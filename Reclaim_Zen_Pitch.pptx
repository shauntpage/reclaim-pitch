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</p:sldMasterIdLst>
  <p:notesMasterIdLst>
    <p:notesMasterId r:id="rId18"/>
  </p:notesMasterIdLst>
  <p:sldIdLst>
    <p:sldId id="256" r:id="rId3"/>
    <p:sldId id="280" r:id="rId4"/>
    <p:sldId id="281" r:id="rId5"/>
    <p:sldId id="282" r:id="rId6"/>
    <p:sldId id="283" r:id="rId7"/>
    <p:sldId id="286" r:id="rId8"/>
    <p:sldId id="284" r:id="rId9"/>
    <p:sldId id="259" r:id="rId10"/>
    <p:sldId id="285" r:id="rId11"/>
    <p:sldId id="260" r:id="rId12"/>
    <p:sldId id="261" r:id="rId13"/>
    <p:sldId id="266" r:id="rId14"/>
    <p:sldId id="262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77F91D-2007-4A17-9638-88FDC5EA5662}" v="195" dt="2026-02-05T11:54:57.6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112" y="3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un Page" userId="b65485eab4e18960" providerId="LiveId" clId="{A7145278-7593-469B-8663-9BB8E1EF0F74}"/>
    <pc:docChg chg="undo redo custSel addSld delSld modSld modMainMaster modNotesMaster">
      <pc:chgData name="Shaun Page" userId="b65485eab4e18960" providerId="LiveId" clId="{A7145278-7593-469B-8663-9BB8E1EF0F74}" dt="2026-02-05T12:12:35.385" v="3263" actId="20577"/>
      <pc:docMkLst>
        <pc:docMk/>
      </pc:docMkLst>
      <pc:sldChg chg="modSp mod">
        <pc:chgData name="Shaun Page" userId="b65485eab4e18960" providerId="LiveId" clId="{A7145278-7593-469B-8663-9BB8E1EF0F74}" dt="2026-02-05T04:55:12.170" v="55" actId="27636"/>
        <pc:sldMkLst>
          <pc:docMk/>
          <pc:sldMk cId="0" sldId="256"/>
        </pc:sldMkLst>
        <pc:spChg chg="mod">
          <ac:chgData name="Shaun Page" userId="b65485eab4e18960" providerId="LiveId" clId="{A7145278-7593-469B-8663-9BB8E1EF0F74}" dt="2026-02-05T02:37:43.732" v="29"/>
          <ac:spMkLst>
            <pc:docMk/>
            <pc:sldMk cId="0" sldId="256"/>
            <ac:spMk id="2" creationId="{00000000-0000-0000-0000-000000000000}"/>
          </ac:spMkLst>
        </pc:spChg>
        <pc:spChg chg="mod">
          <ac:chgData name="Shaun Page" userId="b65485eab4e18960" providerId="LiveId" clId="{A7145278-7593-469B-8663-9BB8E1EF0F74}" dt="2026-02-05T04:55:12.170" v="55" actId="27636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add del mod modClrScheme chgLayout">
        <pc:chgData name="Shaun Page" userId="b65485eab4e18960" providerId="LiveId" clId="{A7145278-7593-469B-8663-9BB8E1EF0F74}" dt="2026-02-05T05:28:21.138" v="593" actId="47"/>
        <pc:sldMkLst>
          <pc:docMk/>
          <pc:sldMk cId="0" sldId="257"/>
        </pc:sldMkLst>
        <pc:spChg chg="del mod">
          <ac:chgData name="Shaun Page" userId="b65485eab4e18960" providerId="LiveId" clId="{A7145278-7593-469B-8663-9BB8E1EF0F74}" dt="2026-02-05T05:13:10.525" v="360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Shaun Page" userId="b65485eab4e18960" providerId="LiveId" clId="{A7145278-7593-469B-8663-9BB8E1EF0F74}" dt="2026-02-05T05:14:27.451" v="386" actId="478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Shaun Page" userId="b65485eab4e18960" providerId="LiveId" clId="{A7145278-7593-469B-8663-9BB8E1EF0F74}" dt="2026-02-05T05:14:31.924" v="387" actId="478"/>
          <ac:spMkLst>
            <pc:docMk/>
            <pc:sldMk cId="0" sldId="257"/>
            <ac:spMk id="4" creationId="{00000000-0000-0000-0000-000000000000}"/>
          </ac:spMkLst>
        </pc:spChg>
        <pc:spChg chg="add mod ord">
          <ac:chgData name="Shaun Page" userId="b65485eab4e18960" providerId="LiveId" clId="{A7145278-7593-469B-8663-9BB8E1EF0F74}" dt="2026-02-05T05:28:03.040" v="587" actId="700"/>
          <ac:spMkLst>
            <pc:docMk/>
            <pc:sldMk cId="0" sldId="257"/>
            <ac:spMk id="5" creationId="{8644B47D-8898-5C30-7FD7-1DC1CD862F11}"/>
          </ac:spMkLst>
        </pc:spChg>
        <pc:spChg chg="add del mod ord">
          <ac:chgData name="Shaun Page" userId="b65485eab4e18960" providerId="LiveId" clId="{A7145278-7593-469B-8663-9BB8E1EF0F74}" dt="2026-02-05T05:15:24.998" v="390" actId="478"/>
          <ac:spMkLst>
            <pc:docMk/>
            <pc:sldMk cId="0" sldId="257"/>
            <ac:spMk id="6" creationId="{9919A9BE-7370-BD36-82CC-965CC9634301}"/>
          </ac:spMkLst>
        </pc:spChg>
        <pc:spChg chg="add del mod ord">
          <ac:chgData name="Shaun Page" userId="b65485eab4e18960" providerId="LiveId" clId="{A7145278-7593-469B-8663-9BB8E1EF0F74}" dt="2026-02-05T05:28:03.040" v="587" actId="700"/>
          <ac:spMkLst>
            <pc:docMk/>
            <pc:sldMk cId="0" sldId="257"/>
            <ac:spMk id="8" creationId="{C0C5389E-DBA9-850C-E526-AC2626B13845}"/>
          </ac:spMkLst>
        </pc:spChg>
        <pc:spChg chg="add del mod ord">
          <ac:chgData name="Shaun Page" userId="b65485eab4e18960" providerId="LiveId" clId="{A7145278-7593-469B-8663-9BB8E1EF0F74}" dt="2026-02-05T05:28:03.040" v="587" actId="700"/>
          <ac:spMkLst>
            <pc:docMk/>
            <pc:sldMk cId="0" sldId="257"/>
            <ac:spMk id="9" creationId="{D1F509B3-78C4-D064-6154-5FD90A858DAE}"/>
          </ac:spMkLst>
        </pc:spChg>
        <pc:spChg chg="add del mod ord">
          <ac:chgData name="Shaun Page" userId="b65485eab4e18960" providerId="LiveId" clId="{A7145278-7593-469B-8663-9BB8E1EF0F74}" dt="2026-02-05T05:28:02.064" v="586" actId="700"/>
          <ac:spMkLst>
            <pc:docMk/>
            <pc:sldMk cId="0" sldId="257"/>
            <ac:spMk id="10" creationId="{D9AD78FA-2FD7-B525-7857-1A65A3FF0934}"/>
          </ac:spMkLst>
        </pc:spChg>
      </pc:sldChg>
      <pc:sldChg chg="addSp delSp modSp del mod setBg">
        <pc:chgData name="Shaun Page" userId="b65485eab4e18960" providerId="LiveId" clId="{A7145278-7593-469B-8663-9BB8E1EF0F74}" dt="2026-02-05T05:29:50.170" v="614" actId="47"/>
        <pc:sldMkLst>
          <pc:docMk/>
          <pc:sldMk cId="0" sldId="258"/>
        </pc:sldMkLst>
        <pc:spChg chg="del mod">
          <ac:chgData name="Shaun Page" userId="b65485eab4e18960" providerId="LiveId" clId="{A7145278-7593-469B-8663-9BB8E1EF0F74}" dt="2026-02-05T05:13:48.878" v="380"/>
          <ac:spMkLst>
            <pc:docMk/>
            <pc:sldMk cId="0" sldId="258"/>
            <ac:spMk id="2" creationId="{00000000-0000-0000-0000-000000000000}"/>
          </ac:spMkLst>
        </pc:spChg>
        <pc:spChg chg="mod">
          <ac:chgData name="Shaun Page" userId="b65485eab4e18960" providerId="LiveId" clId="{A7145278-7593-469B-8663-9BB8E1EF0F74}" dt="2026-02-05T02:34:53.073" v="28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Shaun Page" userId="b65485eab4e18960" providerId="LiveId" clId="{A7145278-7593-469B-8663-9BB8E1EF0F74}" dt="2026-02-05T02:32:57.154" v="26" actId="478"/>
          <ac:spMkLst>
            <pc:docMk/>
            <pc:sldMk cId="0" sldId="258"/>
            <ac:spMk id="4" creationId="{00000000-0000-0000-0000-000000000000}"/>
          </ac:spMkLst>
        </pc:spChg>
      </pc:sldChg>
      <pc:sldChg chg="addSp delSp modSp mod setBg">
        <pc:chgData name="Shaun Page" userId="b65485eab4e18960" providerId="LiveId" clId="{A7145278-7593-469B-8663-9BB8E1EF0F74}" dt="2026-02-05T05:32:35.539" v="624" actId="1076"/>
        <pc:sldMkLst>
          <pc:docMk/>
          <pc:sldMk cId="0" sldId="259"/>
        </pc:sldMkLst>
        <pc:spChg chg="mod">
          <ac:chgData name="Shaun Page" userId="b65485eab4e18960" providerId="LiveId" clId="{A7145278-7593-469B-8663-9BB8E1EF0F74}" dt="2026-02-05T02:34:53.073" v="28"/>
          <ac:spMkLst>
            <pc:docMk/>
            <pc:sldMk cId="0" sldId="259"/>
            <ac:spMk id="2" creationId="{00000000-0000-0000-0000-000000000000}"/>
          </ac:spMkLst>
        </pc:spChg>
        <pc:spChg chg="mod">
          <ac:chgData name="Shaun Page" userId="b65485eab4e18960" providerId="LiveId" clId="{A7145278-7593-469B-8663-9BB8E1EF0F74}" dt="2026-02-05T05:32:35.539" v="624" actId="1076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Shaun Page" userId="b65485eab4e18960" providerId="LiveId" clId="{A7145278-7593-469B-8663-9BB8E1EF0F74}" dt="2026-02-05T02:30:14.791" v="9" actId="478"/>
          <ac:spMkLst>
            <pc:docMk/>
            <pc:sldMk cId="0" sldId="259"/>
            <ac:spMk id="4" creationId="{00000000-0000-0000-0000-000000000000}"/>
          </ac:spMkLst>
        </pc:spChg>
      </pc:sldChg>
      <pc:sldChg chg="addSp delSp modSp mod modClrScheme chgLayout">
        <pc:chgData name="Shaun Page" userId="b65485eab4e18960" providerId="LiveId" clId="{A7145278-7593-469B-8663-9BB8E1EF0F74}" dt="2026-02-05T11:53:35.566" v="2182" actId="1076"/>
        <pc:sldMkLst>
          <pc:docMk/>
          <pc:sldMk cId="0" sldId="260"/>
        </pc:sldMkLst>
        <pc:spChg chg="del mod">
          <ac:chgData name="Shaun Page" userId="b65485eab4e18960" providerId="LiveId" clId="{A7145278-7593-469B-8663-9BB8E1EF0F74}" dt="2026-02-05T06:40:41.124" v="876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Shaun Page" userId="b65485eab4e18960" providerId="LiveId" clId="{A7145278-7593-469B-8663-9BB8E1EF0F74}" dt="2026-02-05T06:41:04.201" v="879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Shaun Page" userId="b65485eab4e18960" providerId="LiveId" clId="{A7145278-7593-469B-8663-9BB8E1EF0F74}" dt="2026-02-05T02:32:50.921" v="25" actId="478"/>
          <ac:spMkLst>
            <pc:docMk/>
            <pc:sldMk cId="0" sldId="260"/>
            <ac:spMk id="4" creationId="{00000000-0000-0000-0000-000000000000}"/>
          </ac:spMkLst>
        </pc:spChg>
        <pc:spChg chg="add mod ord">
          <ac:chgData name="Shaun Page" userId="b65485eab4e18960" providerId="LiveId" clId="{A7145278-7593-469B-8663-9BB8E1EF0F74}" dt="2026-02-05T09:59:14.878" v="2126" actId="255"/>
          <ac:spMkLst>
            <pc:docMk/>
            <pc:sldMk cId="0" sldId="260"/>
            <ac:spMk id="4" creationId="{5975195D-07C7-CB91-0BF5-2925319530A0}"/>
          </ac:spMkLst>
        </pc:spChg>
        <pc:spChg chg="add mod ord">
          <ac:chgData name="Shaun Page" userId="b65485eab4e18960" providerId="LiveId" clId="{A7145278-7593-469B-8663-9BB8E1EF0F74}" dt="2026-02-05T07:35:34.750" v="1836" actId="1076"/>
          <ac:spMkLst>
            <pc:docMk/>
            <pc:sldMk cId="0" sldId="260"/>
            <ac:spMk id="5" creationId="{D1293C7A-7CD9-C548-FCBA-F0A35E9CA0C1}"/>
          </ac:spMkLst>
        </pc:spChg>
        <pc:picChg chg="add mod">
          <ac:chgData name="Shaun Page" userId="b65485eab4e18960" providerId="LiveId" clId="{A7145278-7593-469B-8663-9BB8E1EF0F74}" dt="2026-02-05T11:53:14.729" v="2178" actId="1076"/>
          <ac:picMkLst>
            <pc:docMk/>
            <pc:sldMk cId="0" sldId="260"/>
            <ac:picMk id="7" creationId="{17559849-2127-0847-456B-03AC2FF1F1B1}"/>
          </ac:picMkLst>
        </pc:picChg>
        <pc:picChg chg="add del mod">
          <ac:chgData name="Shaun Page" userId="b65485eab4e18960" providerId="LiveId" clId="{A7145278-7593-469B-8663-9BB8E1EF0F74}" dt="2026-02-05T07:23:38.418" v="1698" actId="478"/>
          <ac:picMkLst>
            <pc:docMk/>
            <pc:sldMk cId="0" sldId="260"/>
            <ac:picMk id="9" creationId="{7E1515DF-A15E-1155-3DA0-CA1AE16360C4}"/>
          </ac:picMkLst>
        </pc:picChg>
        <pc:picChg chg="add del mod">
          <ac:chgData name="Shaun Page" userId="b65485eab4e18960" providerId="LiveId" clId="{A7145278-7593-469B-8663-9BB8E1EF0F74}" dt="2026-02-05T07:41:47.237" v="1856" actId="478"/>
          <ac:picMkLst>
            <pc:docMk/>
            <pc:sldMk cId="0" sldId="260"/>
            <ac:picMk id="11" creationId="{B3A8C5EE-09B6-9DFE-1AF3-E87712BF3F9F}"/>
          </ac:picMkLst>
        </pc:picChg>
        <pc:picChg chg="add mod">
          <ac:chgData name="Shaun Page" userId="b65485eab4e18960" providerId="LiveId" clId="{A7145278-7593-469B-8663-9BB8E1EF0F74}" dt="2026-02-05T11:53:14.729" v="2178" actId="1076"/>
          <ac:picMkLst>
            <pc:docMk/>
            <pc:sldMk cId="0" sldId="260"/>
            <ac:picMk id="13" creationId="{95ED56FF-AFFE-16B8-CF42-8529C83F05E3}"/>
          </ac:picMkLst>
        </pc:picChg>
        <pc:picChg chg="add mod">
          <ac:chgData name="Shaun Page" userId="b65485eab4e18960" providerId="LiveId" clId="{A7145278-7593-469B-8663-9BB8E1EF0F74}" dt="2026-02-05T11:53:14.729" v="2178" actId="1076"/>
          <ac:picMkLst>
            <pc:docMk/>
            <pc:sldMk cId="0" sldId="260"/>
            <ac:picMk id="15" creationId="{376FDD89-3411-8274-A535-F214DF725C37}"/>
          </ac:picMkLst>
        </pc:picChg>
        <pc:picChg chg="add mod">
          <ac:chgData name="Shaun Page" userId="b65485eab4e18960" providerId="LiveId" clId="{A7145278-7593-469B-8663-9BB8E1EF0F74}" dt="2026-02-05T11:53:35.566" v="2182" actId="1076"/>
          <ac:picMkLst>
            <pc:docMk/>
            <pc:sldMk cId="0" sldId="260"/>
            <ac:picMk id="17" creationId="{39E241A5-F3D9-127B-B102-1F81B2318BFB}"/>
          </ac:picMkLst>
        </pc:picChg>
        <pc:picChg chg="add mod ord">
          <ac:chgData name="Shaun Page" userId="b65485eab4e18960" providerId="LiveId" clId="{A7145278-7593-469B-8663-9BB8E1EF0F74}" dt="2026-02-05T11:53:32.549" v="2181" actId="167"/>
          <ac:picMkLst>
            <pc:docMk/>
            <pc:sldMk cId="0" sldId="260"/>
            <ac:picMk id="19" creationId="{1F896CD6-0FBC-EA8A-6E15-DFD9436A19D7}"/>
          </ac:picMkLst>
        </pc:picChg>
      </pc:sldChg>
      <pc:sldChg chg="addSp delSp modSp mod modClrScheme chgLayout">
        <pc:chgData name="Shaun Page" userId="b65485eab4e18960" providerId="LiveId" clId="{A7145278-7593-469B-8663-9BB8E1EF0F74}" dt="2026-02-05T09:58:38.753" v="2124" actId="20577"/>
        <pc:sldMkLst>
          <pc:docMk/>
          <pc:sldMk cId="0" sldId="261"/>
        </pc:sldMkLst>
        <pc:spChg chg="del mod">
          <ac:chgData name="Shaun Page" userId="b65485eab4e18960" providerId="LiveId" clId="{A7145278-7593-469B-8663-9BB8E1EF0F74}" dt="2026-02-05T06:51:54.328" v="1081" actId="47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Shaun Page" userId="b65485eab4e18960" providerId="LiveId" clId="{A7145278-7593-469B-8663-9BB8E1EF0F74}" dt="2026-02-05T06:51:51.107" v="1080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Shaun Page" userId="b65485eab4e18960" providerId="LiveId" clId="{A7145278-7593-469B-8663-9BB8E1EF0F74}" dt="2026-02-05T09:53:18.417" v="1910" actId="478"/>
          <ac:spMkLst>
            <pc:docMk/>
            <pc:sldMk cId="0" sldId="261"/>
            <ac:spMk id="4" creationId="{00000000-0000-0000-0000-000000000000}"/>
          </ac:spMkLst>
        </pc:spChg>
        <pc:spChg chg="add del mod ord">
          <ac:chgData name="Shaun Page" userId="b65485eab4e18960" providerId="LiveId" clId="{A7145278-7593-469B-8663-9BB8E1EF0F74}" dt="2026-02-05T09:58:30.736" v="2115" actId="20577"/>
          <ac:spMkLst>
            <pc:docMk/>
            <pc:sldMk cId="0" sldId="261"/>
            <ac:spMk id="5" creationId="{AF7AF4BF-8691-E3A4-EACF-989F8D22BAE8}"/>
          </ac:spMkLst>
        </pc:spChg>
        <pc:spChg chg="add del mod ord">
          <ac:chgData name="Shaun Page" userId="b65485eab4e18960" providerId="LiveId" clId="{A7145278-7593-469B-8663-9BB8E1EF0F74}" dt="2026-02-05T09:58:38.753" v="2124" actId="20577"/>
          <ac:spMkLst>
            <pc:docMk/>
            <pc:sldMk cId="0" sldId="261"/>
            <ac:spMk id="6" creationId="{80234CE0-E6C2-C5D4-FB8A-5B6AC9ECE32A}"/>
          </ac:spMkLst>
        </pc:spChg>
        <pc:spChg chg="add del mod ord">
          <ac:chgData name="Shaun Page" userId="b65485eab4e18960" providerId="LiveId" clId="{A7145278-7593-469B-8663-9BB8E1EF0F74}" dt="2026-02-05T06:49:58.768" v="1040" actId="700"/>
          <ac:spMkLst>
            <pc:docMk/>
            <pc:sldMk cId="0" sldId="261"/>
            <ac:spMk id="7" creationId="{858E8752-02F9-4B76-AAF3-6118AFE93844}"/>
          </ac:spMkLst>
        </pc:spChg>
        <pc:spChg chg="add del mod ord">
          <ac:chgData name="Shaun Page" userId="b65485eab4e18960" providerId="LiveId" clId="{A7145278-7593-469B-8663-9BB8E1EF0F74}" dt="2026-02-05T06:49:58.768" v="1040" actId="700"/>
          <ac:spMkLst>
            <pc:docMk/>
            <pc:sldMk cId="0" sldId="261"/>
            <ac:spMk id="8" creationId="{2C21D5F0-7EDD-EE56-684A-03914D3AD395}"/>
          </ac:spMkLst>
        </pc:spChg>
      </pc:sldChg>
      <pc:sldChg chg="addSp delSp modSp mod setBg modClrScheme chgLayout">
        <pc:chgData name="Shaun Page" userId="b65485eab4e18960" providerId="LiveId" clId="{A7145278-7593-469B-8663-9BB8E1EF0F74}" dt="2026-02-05T07:07:53.184" v="1593" actId="404"/>
        <pc:sldMkLst>
          <pc:docMk/>
          <pc:sldMk cId="0" sldId="262"/>
        </pc:sldMkLst>
        <pc:spChg chg="del mod">
          <ac:chgData name="Shaun Page" userId="b65485eab4e18960" providerId="LiveId" clId="{A7145278-7593-469B-8663-9BB8E1EF0F74}" dt="2026-02-05T06:55:55.074" v="1251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Shaun Page" userId="b65485eab4e18960" providerId="LiveId" clId="{A7145278-7593-469B-8663-9BB8E1EF0F74}" dt="2026-02-05T06:58:01.071" v="1319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Shaun Page" userId="b65485eab4e18960" providerId="LiveId" clId="{A7145278-7593-469B-8663-9BB8E1EF0F74}" dt="2026-02-05T06:58:01.069" v="1317" actId="478"/>
          <ac:spMkLst>
            <pc:docMk/>
            <pc:sldMk cId="0" sldId="262"/>
            <ac:spMk id="4" creationId="{00000000-0000-0000-0000-000000000000}"/>
          </ac:spMkLst>
        </pc:spChg>
        <pc:spChg chg="add mod ord">
          <ac:chgData name="Shaun Page" userId="b65485eab4e18960" providerId="LiveId" clId="{A7145278-7593-469B-8663-9BB8E1EF0F74}" dt="2026-02-05T07:06:30.763" v="1579" actId="1076"/>
          <ac:spMkLst>
            <pc:docMk/>
            <pc:sldMk cId="0" sldId="262"/>
            <ac:spMk id="5" creationId="{DB10DD78-28CE-D682-D3A7-58CF4B2E1967}"/>
          </ac:spMkLst>
        </pc:spChg>
        <pc:spChg chg="add mod ord">
          <ac:chgData name="Shaun Page" userId="b65485eab4e18960" providerId="LiveId" clId="{A7145278-7593-469B-8663-9BB8E1EF0F74}" dt="2026-02-05T07:07:53.184" v="1593" actId="404"/>
          <ac:spMkLst>
            <pc:docMk/>
            <pc:sldMk cId="0" sldId="262"/>
            <ac:spMk id="6" creationId="{697302BB-58C6-E105-048D-54F0D79768B6}"/>
          </ac:spMkLst>
        </pc:spChg>
      </pc:sldChg>
      <pc:sldChg chg="modSp">
        <pc:chgData name="Shaun Page" userId="b65485eab4e18960" providerId="LiveId" clId="{A7145278-7593-469B-8663-9BB8E1EF0F74}" dt="2026-02-05T02:34:53.073" v="28"/>
        <pc:sldMkLst>
          <pc:docMk/>
          <pc:sldMk cId="0" sldId="263"/>
        </pc:sldMkLst>
        <pc:spChg chg="mod">
          <ac:chgData name="Shaun Page" userId="b65485eab4e18960" providerId="LiveId" clId="{A7145278-7593-469B-8663-9BB8E1EF0F74}" dt="2026-02-05T02:34:53.073" v="28"/>
          <ac:spMkLst>
            <pc:docMk/>
            <pc:sldMk cId="0" sldId="263"/>
            <ac:spMk id="2" creationId="{00000000-0000-0000-0000-000000000000}"/>
          </ac:spMkLst>
        </pc:spChg>
        <pc:spChg chg="mod">
          <ac:chgData name="Shaun Page" userId="b65485eab4e18960" providerId="LiveId" clId="{A7145278-7593-469B-8663-9BB8E1EF0F74}" dt="2026-02-05T02:34:53.073" v="28"/>
          <ac:spMkLst>
            <pc:docMk/>
            <pc:sldMk cId="0" sldId="263"/>
            <ac:spMk id="3" creationId="{00000000-0000-0000-0000-000000000000}"/>
          </ac:spMkLst>
        </pc:spChg>
        <pc:spChg chg="mod">
          <ac:chgData name="Shaun Page" userId="b65485eab4e18960" providerId="LiveId" clId="{A7145278-7593-469B-8663-9BB8E1EF0F74}" dt="2026-02-05T02:34:53.073" v="28"/>
          <ac:spMkLst>
            <pc:docMk/>
            <pc:sldMk cId="0" sldId="263"/>
            <ac:spMk id="4" creationId="{00000000-0000-0000-0000-000000000000}"/>
          </ac:spMkLst>
        </pc:spChg>
      </pc:sldChg>
      <pc:sldChg chg="modSp">
        <pc:chgData name="Shaun Page" userId="b65485eab4e18960" providerId="LiveId" clId="{A7145278-7593-469B-8663-9BB8E1EF0F74}" dt="2026-02-05T02:34:53.073" v="28"/>
        <pc:sldMkLst>
          <pc:docMk/>
          <pc:sldMk cId="0" sldId="264"/>
        </pc:sldMkLst>
        <pc:spChg chg="mod">
          <ac:chgData name="Shaun Page" userId="b65485eab4e18960" providerId="LiveId" clId="{A7145278-7593-469B-8663-9BB8E1EF0F74}" dt="2026-02-05T02:34:53.073" v="28"/>
          <ac:spMkLst>
            <pc:docMk/>
            <pc:sldMk cId="0" sldId="264"/>
            <ac:spMk id="2" creationId="{00000000-0000-0000-0000-000000000000}"/>
          </ac:spMkLst>
        </pc:spChg>
        <pc:spChg chg="mod">
          <ac:chgData name="Shaun Page" userId="b65485eab4e18960" providerId="LiveId" clId="{A7145278-7593-469B-8663-9BB8E1EF0F74}" dt="2026-02-05T02:34:53.073" v="28"/>
          <ac:spMkLst>
            <pc:docMk/>
            <pc:sldMk cId="0" sldId="264"/>
            <ac:spMk id="3" creationId="{00000000-0000-0000-0000-000000000000}"/>
          </ac:spMkLst>
        </pc:spChg>
        <pc:spChg chg="mod">
          <ac:chgData name="Shaun Page" userId="b65485eab4e18960" providerId="LiveId" clId="{A7145278-7593-469B-8663-9BB8E1EF0F74}" dt="2026-02-05T02:34:53.073" v="28"/>
          <ac:spMkLst>
            <pc:docMk/>
            <pc:sldMk cId="0" sldId="264"/>
            <ac:spMk id="4" creationId="{00000000-0000-0000-0000-000000000000}"/>
          </ac:spMkLst>
        </pc:spChg>
      </pc:sldChg>
      <pc:sldChg chg="modSp add mod">
        <pc:chgData name="Shaun Page" userId="b65485eab4e18960" providerId="LiveId" clId="{A7145278-7593-469B-8663-9BB8E1EF0F74}" dt="2026-02-05T09:55:26.842" v="1922" actId="27636"/>
        <pc:sldMkLst>
          <pc:docMk/>
          <pc:sldMk cId="177127076" sldId="266"/>
        </pc:sldMkLst>
        <pc:spChg chg="mod">
          <ac:chgData name="Shaun Page" userId="b65485eab4e18960" providerId="LiveId" clId="{A7145278-7593-469B-8663-9BB8E1EF0F74}" dt="2026-02-05T09:55:26.834" v="1921" actId="27636"/>
          <ac:spMkLst>
            <pc:docMk/>
            <pc:sldMk cId="177127076" sldId="266"/>
            <ac:spMk id="2" creationId="{BA34CDF1-DDC2-3809-6D9E-C882DDCDA9AD}"/>
          </ac:spMkLst>
        </pc:spChg>
        <pc:spChg chg="mod">
          <ac:chgData name="Shaun Page" userId="b65485eab4e18960" providerId="LiveId" clId="{A7145278-7593-469B-8663-9BB8E1EF0F74}" dt="2026-02-05T09:55:26.842" v="1922" actId="27636"/>
          <ac:spMkLst>
            <pc:docMk/>
            <pc:sldMk cId="177127076" sldId="266"/>
            <ac:spMk id="3" creationId="{E6D14EE0-9E5A-8E48-E002-C72E4A3A1300}"/>
          </ac:spMkLst>
        </pc:spChg>
      </pc:sldChg>
      <pc:sldChg chg="modSp add del modNotes">
        <pc:chgData name="Shaun Page" userId="b65485eab4e18960" providerId="LiveId" clId="{A7145278-7593-469B-8663-9BB8E1EF0F74}" dt="2026-02-05T04:55:42.564" v="57" actId="47"/>
        <pc:sldMkLst>
          <pc:docMk/>
          <pc:sldMk cId="2767020353" sldId="279"/>
        </pc:sldMkLst>
        <pc:spChg chg="mod">
          <ac:chgData name="Shaun Page" userId="b65485eab4e18960" providerId="LiveId" clId="{A7145278-7593-469B-8663-9BB8E1EF0F74}" dt="2026-02-05T02:34:53.073" v="28"/>
          <ac:spMkLst>
            <pc:docMk/>
            <pc:sldMk cId="2767020353" sldId="279"/>
            <ac:spMk id="12" creationId="{FD8680EA-EDE0-27EF-8531-6E09F052B378}"/>
          </ac:spMkLst>
        </pc:spChg>
        <pc:picChg chg="mod">
          <ac:chgData name="Shaun Page" userId="b65485eab4e18960" providerId="LiveId" clId="{A7145278-7593-469B-8663-9BB8E1EF0F74}" dt="2026-02-05T02:34:53.073" v="28"/>
          <ac:picMkLst>
            <pc:docMk/>
            <pc:sldMk cId="2767020353" sldId="279"/>
            <ac:picMk id="4" creationId="{5F455B8A-BE4F-3B0C-8019-E567181C3D8A}"/>
          </ac:picMkLst>
        </pc:picChg>
        <pc:picChg chg="mod">
          <ac:chgData name="Shaun Page" userId="b65485eab4e18960" providerId="LiveId" clId="{A7145278-7593-469B-8663-9BB8E1EF0F74}" dt="2026-02-05T02:34:53.073" v="28"/>
          <ac:picMkLst>
            <pc:docMk/>
            <pc:sldMk cId="2767020353" sldId="279"/>
            <ac:picMk id="7" creationId="{0E0EA4C5-8556-722E-FA2C-6E1FCA8FEC8D}"/>
          </ac:picMkLst>
        </pc:picChg>
      </pc:sldChg>
      <pc:sldChg chg="modSp add mod">
        <pc:chgData name="Shaun Page" userId="b65485eab4e18960" providerId="LiveId" clId="{A7145278-7593-469B-8663-9BB8E1EF0F74}" dt="2026-02-05T06:26:54.605" v="654" actId="1076"/>
        <pc:sldMkLst>
          <pc:docMk/>
          <pc:sldMk cId="1065005138" sldId="280"/>
        </pc:sldMkLst>
        <pc:spChg chg="mod">
          <ac:chgData name="Shaun Page" userId="b65485eab4e18960" providerId="LiveId" clId="{A7145278-7593-469B-8663-9BB8E1EF0F74}" dt="2026-02-05T06:26:54.605" v="654" actId="1076"/>
          <ac:spMkLst>
            <pc:docMk/>
            <pc:sldMk cId="1065005138" sldId="280"/>
            <ac:spMk id="12" creationId="{FD8680EA-EDE0-27EF-8531-6E09F052B378}"/>
          </ac:spMkLst>
        </pc:spChg>
      </pc:sldChg>
      <pc:sldChg chg="addSp delSp modSp add mod chgLayout">
        <pc:chgData name="Shaun Page" userId="b65485eab4e18960" providerId="LiveId" clId="{A7145278-7593-469B-8663-9BB8E1EF0F74}" dt="2026-02-05T09:59:41.962" v="2129" actId="255"/>
        <pc:sldMkLst>
          <pc:docMk/>
          <pc:sldMk cId="1202825355" sldId="281"/>
        </pc:sldMkLst>
        <pc:spChg chg="mod ord">
          <ac:chgData name="Shaun Page" userId="b65485eab4e18960" providerId="LiveId" clId="{A7145278-7593-469B-8663-9BB8E1EF0F74}" dt="2026-02-05T09:59:41.962" v="2129" actId="255"/>
          <ac:spMkLst>
            <pc:docMk/>
            <pc:sldMk cId="1202825355" sldId="281"/>
            <ac:spMk id="2" creationId="{6F29DA45-2E5D-FA92-5A6A-00FAF39D1805}"/>
          </ac:spMkLst>
        </pc:spChg>
        <pc:spChg chg="mod ord">
          <ac:chgData name="Shaun Page" userId="b65485eab4e18960" providerId="LiveId" clId="{A7145278-7593-469B-8663-9BB8E1EF0F74}" dt="2026-02-05T06:30:06.869" v="702" actId="2710"/>
          <ac:spMkLst>
            <pc:docMk/>
            <pc:sldMk cId="1202825355" sldId="281"/>
            <ac:spMk id="3" creationId="{E7310C52-B381-2BE6-E9C7-15AE4936F323}"/>
          </ac:spMkLst>
        </pc:spChg>
        <pc:spChg chg="add del mod">
          <ac:chgData name="Shaun Page" userId="b65485eab4e18960" providerId="LiveId" clId="{A7145278-7593-469B-8663-9BB8E1EF0F74}" dt="2026-02-05T05:25:25.134" v="568" actId="6264"/>
          <ac:spMkLst>
            <pc:docMk/>
            <pc:sldMk cId="1202825355" sldId="281"/>
            <ac:spMk id="4" creationId="{DAE0F102-82C4-2795-A20A-001108A1622F}"/>
          </ac:spMkLst>
        </pc:spChg>
        <pc:spChg chg="add del mod">
          <ac:chgData name="Shaun Page" userId="b65485eab4e18960" providerId="LiveId" clId="{A7145278-7593-469B-8663-9BB8E1EF0F74}" dt="2026-02-05T05:25:25.134" v="568" actId="6264"/>
          <ac:spMkLst>
            <pc:docMk/>
            <pc:sldMk cId="1202825355" sldId="281"/>
            <ac:spMk id="5" creationId="{AD487C28-F002-05DC-FF72-AA2D9CA1AC84}"/>
          </ac:spMkLst>
        </pc:spChg>
        <pc:spChg chg="add del">
          <ac:chgData name="Shaun Page" userId="b65485eab4e18960" providerId="LiveId" clId="{A7145278-7593-469B-8663-9BB8E1EF0F74}" dt="2026-02-05T05:27:58.172" v="584" actId="22"/>
          <ac:spMkLst>
            <pc:docMk/>
            <pc:sldMk cId="1202825355" sldId="281"/>
            <ac:spMk id="7" creationId="{D796B671-4CCA-B048-FBF7-E587C2134AFD}"/>
          </ac:spMkLst>
        </pc:spChg>
      </pc:sldChg>
      <pc:sldChg chg="addSp delSp modSp add del mod chgLayout">
        <pc:chgData name="Shaun Page" userId="b65485eab4e18960" providerId="LiveId" clId="{A7145278-7593-469B-8663-9BB8E1EF0F74}" dt="2026-02-05T09:59:20.933" v="2127" actId="1076"/>
        <pc:sldMkLst>
          <pc:docMk/>
          <pc:sldMk cId="3720153580" sldId="282"/>
        </pc:sldMkLst>
        <pc:spChg chg="add del mod ord">
          <ac:chgData name="Shaun Page" userId="b65485eab4e18960" providerId="LiveId" clId="{A7145278-7593-469B-8663-9BB8E1EF0F74}" dt="2026-02-05T09:59:20.933" v="2127" actId="1076"/>
          <ac:spMkLst>
            <pc:docMk/>
            <pc:sldMk cId="3720153580" sldId="282"/>
            <ac:spMk id="2" creationId="{8203B362-E21C-AB64-B418-96E721D7CB36}"/>
          </ac:spMkLst>
        </pc:spChg>
        <pc:spChg chg="mod ord">
          <ac:chgData name="Shaun Page" userId="b65485eab4e18960" providerId="LiveId" clId="{A7145278-7593-469B-8663-9BB8E1EF0F74}" dt="2026-02-05T06:32:46.960" v="831" actId="12"/>
          <ac:spMkLst>
            <pc:docMk/>
            <pc:sldMk cId="3720153580" sldId="282"/>
            <ac:spMk id="3" creationId="{8A455E79-9032-8D3D-AF24-8FCEBB91213C}"/>
          </ac:spMkLst>
        </pc:spChg>
        <pc:spChg chg="add del mod">
          <ac:chgData name="Shaun Page" userId="b65485eab4e18960" providerId="LiveId" clId="{A7145278-7593-469B-8663-9BB8E1EF0F74}" dt="2026-02-05T05:25:39.195" v="570" actId="6264"/>
          <ac:spMkLst>
            <pc:docMk/>
            <pc:sldMk cId="3720153580" sldId="282"/>
            <ac:spMk id="4" creationId="{F9992C6B-879E-A8AD-65CF-D50800AD946E}"/>
          </ac:spMkLst>
        </pc:spChg>
        <pc:spChg chg="add del mod">
          <ac:chgData name="Shaun Page" userId="b65485eab4e18960" providerId="LiveId" clId="{A7145278-7593-469B-8663-9BB8E1EF0F74}" dt="2026-02-05T05:25:39.195" v="570" actId="6264"/>
          <ac:spMkLst>
            <pc:docMk/>
            <pc:sldMk cId="3720153580" sldId="282"/>
            <ac:spMk id="5" creationId="{AA07CB5F-E37A-B378-24F7-B17CAD60412B}"/>
          </ac:spMkLst>
        </pc:spChg>
        <pc:spChg chg="add del mod">
          <ac:chgData name="Shaun Page" userId="b65485eab4e18960" providerId="LiveId" clId="{A7145278-7593-469B-8663-9BB8E1EF0F74}" dt="2026-02-05T05:25:44.534" v="572" actId="6264"/>
          <ac:spMkLst>
            <pc:docMk/>
            <pc:sldMk cId="3720153580" sldId="282"/>
            <ac:spMk id="6" creationId="{BF30FA24-E14C-24C3-6075-90B1CDCE90B1}"/>
          </ac:spMkLst>
        </pc:spChg>
        <pc:spChg chg="add del mod">
          <ac:chgData name="Shaun Page" userId="b65485eab4e18960" providerId="LiveId" clId="{A7145278-7593-469B-8663-9BB8E1EF0F74}" dt="2026-02-05T05:25:44.534" v="572" actId="6264"/>
          <ac:spMkLst>
            <pc:docMk/>
            <pc:sldMk cId="3720153580" sldId="282"/>
            <ac:spMk id="7" creationId="{7F139D9C-1AC6-AF9F-C3A2-3271FFE64AA3}"/>
          </ac:spMkLst>
        </pc:spChg>
        <pc:spChg chg="add del mod ord">
          <ac:chgData name="Shaun Page" userId="b65485eab4e18960" providerId="LiveId" clId="{A7145278-7593-469B-8663-9BB8E1EF0F74}" dt="2026-02-05T05:28:03.678" v="588" actId="700"/>
          <ac:spMkLst>
            <pc:docMk/>
            <pc:sldMk cId="3720153580" sldId="282"/>
            <ac:spMk id="8" creationId="{9AF64070-81B0-601D-3EF8-16220F108C84}"/>
          </ac:spMkLst>
        </pc:spChg>
      </pc:sldChg>
      <pc:sldChg chg="modSp add mod">
        <pc:chgData name="Shaun Page" userId="b65485eab4e18960" providerId="LiveId" clId="{A7145278-7593-469B-8663-9BB8E1EF0F74}" dt="2026-02-05T10:00:02.311" v="2131" actId="1076"/>
        <pc:sldMkLst>
          <pc:docMk/>
          <pc:sldMk cId="81800538" sldId="283"/>
        </pc:sldMkLst>
        <pc:spChg chg="mod">
          <ac:chgData name="Shaun Page" userId="b65485eab4e18960" providerId="LiveId" clId="{A7145278-7593-469B-8663-9BB8E1EF0F74}" dt="2026-02-05T10:00:02.311" v="2131" actId="1076"/>
          <ac:spMkLst>
            <pc:docMk/>
            <pc:sldMk cId="81800538" sldId="283"/>
            <ac:spMk id="2" creationId="{CFC5212E-B2E8-0565-2702-B1767B64D797}"/>
          </ac:spMkLst>
        </pc:spChg>
        <pc:spChg chg="mod">
          <ac:chgData name="Shaun Page" userId="b65485eab4e18960" providerId="LiveId" clId="{A7145278-7593-469B-8663-9BB8E1EF0F74}" dt="2026-02-05T06:33:11.552" v="833" actId="20577"/>
          <ac:spMkLst>
            <pc:docMk/>
            <pc:sldMk cId="81800538" sldId="283"/>
            <ac:spMk id="3" creationId="{F3117A04-398E-AE06-9E0C-4E6281848297}"/>
          </ac:spMkLst>
        </pc:spChg>
      </pc:sldChg>
      <pc:sldChg chg="addSp delSp modSp add mod setBg">
        <pc:chgData name="Shaun Page" userId="b65485eab4e18960" providerId="LiveId" clId="{A7145278-7593-469B-8663-9BB8E1EF0F74}" dt="2026-02-05T11:57:58.613" v="2201" actId="21"/>
        <pc:sldMkLst>
          <pc:docMk/>
          <pc:sldMk cId="1825910253" sldId="284"/>
        </pc:sldMkLst>
        <pc:spChg chg="mod">
          <ac:chgData name="Shaun Page" userId="b65485eab4e18960" providerId="LiveId" clId="{A7145278-7593-469B-8663-9BB8E1EF0F74}" dt="2026-02-05T11:57:58.613" v="2201" actId="21"/>
          <ac:spMkLst>
            <pc:docMk/>
            <pc:sldMk cId="1825910253" sldId="284"/>
            <ac:spMk id="2" creationId="{F39E9F65-56DE-6D02-3151-3E745B8E858D}"/>
          </ac:spMkLst>
        </pc:spChg>
        <pc:spChg chg="del mod">
          <ac:chgData name="Shaun Page" userId="b65485eab4e18960" providerId="LiveId" clId="{A7145278-7593-469B-8663-9BB8E1EF0F74}" dt="2026-02-05T11:55:26.006" v="2185" actId="478"/>
          <ac:spMkLst>
            <pc:docMk/>
            <pc:sldMk cId="1825910253" sldId="284"/>
            <ac:spMk id="3" creationId="{9F1ADCAD-2BCB-8C8D-E679-B4DBCCE70A46}"/>
          </ac:spMkLst>
        </pc:spChg>
        <pc:spChg chg="add del mod">
          <ac:chgData name="Shaun Page" userId="b65485eab4e18960" providerId="LiveId" clId="{A7145278-7593-469B-8663-9BB8E1EF0F74}" dt="2026-02-05T11:56:04.438" v="2189" actId="478"/>
          <ac:spMkLst>
            <pc:docMk/>
            <pc:sldMk cId="1825910253" sldId="284"/>
            <ac:spMk id="5" creationId="{664CAC37-A173-53BD-82D6-D4736C8EFBED}"/>
          </ac:spMkLst>
        </pc:spChg>
      </pc:sldChg>
      <pc:sldChg chg="addSp delSp modSp add mod chgLayout">
        <pc:chgData name="Shaun Page" userId="b65485eab4e18960" providerId="LiveId" clId="{A7145278-7593-469B-8663-9BB8E1EF0F74}" dt="2026-02-05T10:00:45.604" v="2177" actId="20577"/>
        <pc:sldMkLst>
          <pc:docMk/>
          <pc:sldMk cId="2511949883" sldId="285"/>
        </pc:sldMkLst>
        <pc:spChg chg="mod ord">
          <ac:chgData name="Shaun Page" userId="b65485eab4e18960" providerId="LiveId" clId="{A7145278-7593-469B-8663-9BB8E1EF0F74}" dt="2026-02-05T10:00:45.604" v="2177" actId="20577"/>
          <ac:spMkLst>
            <pc:docMk/>
            <pc:sldMk cId="2511949883" sldId="285"/>
            <ac:spMk id="2" creationId="{2CC9BAE4-F643-6D08-CE2C-F2B5E99AE1DD}"/>
          </ac:spMkLst>
        </pc:spChg>
        <pc:spChg chg="add mod ord">
          <ac:chgData name="Shaun Page" userId="b65485eab4e18960" providerId="LiveId" clId="{A7145278-7593-469B-8663-9BB8E1EF0F74}" dt="2026-02-05T09:54:35.329" v="1919" actId="2710"/>
          <ac:spMkLst>
            <pc:docMk/>
            <pc:sldMk cId="2511949883" sldId="285"/>
            <ac:spMk id="3" creationId="{57D47522-DD69-FA1A-D93B-5D9ECEC6CB0B}"/>
          </ac:spMkLst>
        </pc:spChg>
        <pc:spChg chg="add del">
          <ac:chgData name="Shaun Page" userId="b65485eab4e18960" providerId="LiveId" clId="{A7145278-7593-469B-8663-9BB8E1EF0F74}" dt="2026-02-05T06:39:55.630" v="867" actId="22"/>
          <ac:spMkLst>
            <pc:docMk/>
            <pc:sldMk cId="2511949883" sldId="285"/>
            <ac:spMk id="5" creationId="{4F5859C3-E3CF-5E11-A9CD-7B83C12C6DD9}"/>
          </ac:spMkLst>
        </pc:spChg>
      </pc:sldChg>
      <pc:sldChg chg="addSp delSp modSp new mod setBg modClrScheme delDesignElem chgLayout">
        <pc:chgData name="Shaun Page" userId="b65485eab4e18960" providerId="LiveId" clId="{A7145278-7593-469B-8663-9BB8E1EF0F74}" dt="2026-02-05T12:12:35.385" v="3263" actId="20577"/>
        <pc:sldMkLst>
          <pc:docMk/>
          <pc:sldMk cId="351085854" sldId="286"/>
        </pc:sldMkLst>
        <pc:spChg chg="del mod ord">
          <ac:chgData name="Shaun Page" userId="b65485eab4e18960" providerId="LiveId" clId="{A7145278-7593-469B-8663-9BB8E1EF0F74}" dt="2026-02-05T11:56:55.011" v="2193" actId="700"/>
          <ac:spMkLst>
            <pc:docMk/>
            <pc:sldMk cId="351085854" sldId="286"/>
            <ac:spMk id="2" creationId="{5867C742-FE08-4CD8-3CB7-1A7DABA322CC}"/>
          </ac:spMkLst>
        </pc:spChg>
        <pc:spChg chg="del mod ord">
          <ac:chgData name="Shaun Page" userId="b65485eab4e18960" providerId="LiveId" clId="{A7145278-7593-469B-8663-9BB8E1EF0F74}" dt="2026-02-05T11:56:55.011" v="2193" actId="700"/>
          <ac:spMkLst>
            <pc:docMk/>
            <pc:sldMk cId="351085854" sldId="286"/>
            <ac:spMk id="3" creationId="{AF42DD0D-89ED-701A-03D1-FFA338557DD0}"/>
          </ac:spMkLst>
        </pc:spChg>
        <pc:spChg chg="add del mod ord">
          <ac:chgData name="Shaun Page" userId="b65485eab4e18960" providerId="LiveId" clId="{A7145278-7593-469B-8663-9BB8E1EF0F74}" dt="2026-02-05T11:57:11.541" v="2194" actId="700"/>
          <ac:spMkLst>
            <pc:docMk/>
            <pc:sldMk cId="351085854" sldId="286"/>
            <ac:spMk id="4" creationId="{E832044F-F783-B7E5-0384-C9EBF4EE4075}"/>
          </ac:spMkLst>
        </pc:spChg>
        <pc:spChg chg="add del mod ord">
          <ac:chgData name="Shaun Page" userId="b65485eab4e18960" providerId="LiveId" clId="{A7145278-7593-469B-8663-9BB8E1EF0F74}" dt="2026-02-05T11:57:11.541" v="2194" actId="700"/>
          <ac:spMkLst>
            <pc:docMk/>
            <pc:sldMk cId="351085854" sldId="286"/>
            <ac:spMk id="5" creationId="{3FF207DD-8459-6594-CFD2-697D27A122D6}"/>
          </ac:spMkLst>
        </pc:spChg>
        <pc:spChg chg="add del mod ord">
          <ac:chgData name="Shaun Page" userId="b65485eab4e18960" providerId="LiveId" clId="{A7145278-7593-469B-8663-9BB8E1EF0F74}" dt="2026-02-05T11:58:04.762" v="2202" actId="700"/>
          <ac:spMkLst>
            <pc:docMk/>
            <pc:sldMk cId="351085854" sldId="286"/>
            <ac:spMk id="6" creationId="{CFB6D5D8-D0C7-FF07-3302-76EDF2FFBC1E}"/>
          </ac:spMkLst>
        </pc:spChg>
        <pc:spChg chg="add del mod ord">
          <ac:chgData name="Shaun Page" userId="b65485eab4e18960" providerId="LiveId" clId="{A7145278-7593-469B-8663-9BB8E1EF0F74}" dt="2026-02-05T11:57:40.857" v="2199" actId="700"/>
          <ac:spMkLst>
            <pc:docMk/>
            <pc:sldMk cId="351085854" sldId="286"/>
            <ac:spMk id="7" creationId="{73F4F2AF-DC98-C882-87F0-FF5EA224FCD6}"/>
          </ac:spMkLst>
        </pc:spChg>
        <pc:spChg chg="add del mod ord">
          <ac:chgData name="Shaun Page" userId="b65485eab4e18960" providerId="LiveId" clId="{A7145278-7593-469B-8663-9BB8E1EF0F74}" dt="2026-02-05T11:57:40.857" v="2199" actId="700"/>
          <ac:spMkLst>
            <pc:docMk/>
            <pc:sldMk cId="351085854" sldId="286"/>
            <ac:spMk id="8" creationId="{0D49BA5D-5C13-A7B5-3DB2-A54954CA9B56}"/>
          </ac:spMkLst>
        </pc:spChg>
        <pc:spChg chg="add mod ord">
          <ac:chgData name="Shaun Page" userId="b65485eab4e18960" providerId="LiveId" clId="{A7145278-7593-469B-8663-9BB8E1EF0F74}" dt="2026-02-05T12:12:35.385" v="3263" actId="20577"/>
          <ac:spMkLst>
            <pc:docMk/>
            <pc:sldMk cId="351085854" sldId="286"/>
            <ac:spMk id="9" creationId="{7BF210D3-03EF-AC64-77DF-4AD73FCC9997}"/>
          </ac:spMkLst>
        </pc:spChg>
        <pc:spChg chg="add del">
          <ac:chgData name="Shaun Page" userId="b65485eab4e18960" providerId="LiveId" clId="{A7145278-7593-469B-8663-9BB8E1EF0F74}" dt="2026-02-05T11:57:41.443" v="2200" actId="26606"/>
          <ac:spMkLst>
            <pc:docMk/>
            <pc:sldMk cId="351085854" sldId="286"/>
            <ac:spMk id="11" creationId="{BD976C13-68E6-4E25-B13E-FC3A2D3F66E3}"/>
          </ac:spMkLst>
        </pc:spChg>
        <pc:spChg chg="add mod ord">
          <ac:chgData name="Shaun Page" userId="b65485eab4e18960" providerId="LiveId" clId="{A7145278-7593-469B-8663-9BB8E1EF0F74}" dt="2026-02-05T12:09:37.867" v="3126" actId="20577"/>
          <ac:spMkLst>
            <pc:docMk/>
            <pc:sldMk cId="351085854" sldId="286"/>
            <ac:spMk id="12" creationId="{C10F2213-A764-1524-3B53-93B83739A4C6}"/>
          </ac:spMkLst>
        </pc:spChg>
        <pc:spChg chg="add del">
          <ac:chgData name="Shaun Page" userId="b65485eab4e18960" providerId="LiveId" clId="{A7145278-7593-469B-8663-9BB8E1EF0F74}" dt="2026-02-05T11:57:41.443" v="2200" actId="26606"/>
          <ac:spMkLst>
            <pc:docMk/>
            <pc:sldMk cId="351085854" sldId="286"/>
            <ac:spMk id="13" creationId="{1E8DBE92-2331-4285-8226-D398190D3E38}"/>
          </ac:spMkLst>
        </pc:spChg>
        <pc:spChg chg="add del">
          <ac:chgData name="Shaun Page" userId="b65485eab4e18960" providerId="LiveId" clId="{A7145278-7593-469B-8663-9BB8E1EF0F74}" dt="2026-02-05T11:57:41.443" v="2200" actId="26606"/>
          <ac:spMkLst>
            <pc:docMk/>
            <pc:sldMk cId="351085854" sldId="286"/>
            <ac:spMk id="15" creationId="{AD6F6937-3B5A-4391-9F37-58A571B362A9}"/>
          </ac:spMkLst>
        </pc:spChg>
        <pc:spChg chg="add del">
          <ac:chgData name="Shaun Page" userId="b65485eab4e18960" providerId="LiveId" clId="{A7145278-7593-469B-8663-9BB8E1EF0F74}" dt="2026-02-05T11:57:41.443" v="2200" actId="26606"/>
          <ac:spMkLst>
            <pc:docMk/>
            <pc:sldMk cId="351085854" sldId="286"/>
            <ac:spMk id="17" creationId="{C962AC3C-FEB4-4C6A-8CA6-D570CD0098A9}"/>
          </ac:spMkLst>
        </pc:spChg>
        <pc:graphicFrameChg chg="add del">
          <ac:chgData name="Shaun Page" userId="b65485eab4e18960" providerId="LiveId" clId="{A7145278-7593-469B-8663-9BB8E1EF0F74}" dt="2026-02-05T11:57:40.086" v="2198" actId="26606"/>
          <ac:graphicFrameMkLst>
            <pc:docMk/>
            <pc:sldMk cId="351085854" sldId="286"/>
            <ac:graphicFrameMk id="10" creationId="{0D49BA5D-5C13-A7B5-3DB2-A54954CA9B56}"/>
          </ac:graphicFrameMkLst>
        </pc:graphicFrameChg>
      </pc:sldChg>
      <pc:sldMasterChg chg="modSp modSldLayout">
        <pc:chgData name="Shaun Page" userId="b65485eab4e18960" providerId="LiveId" clId="{A7145278-7593-469B-8663-9BB8E1EF0F74}" dt="2026-02-05T02:34:53.073" v="28"/>
        <pc:sldMasterMkLst>
          <pc:docMk/>
          <pc:sldMasterMk cId="2209977519" sldId="2147483648"/>
        </pc:sldMasterMkLst>
        <pc:spChg chg="mod">
          <ac:chgData name="Shaun Page" userId="b65485eab4e18960" providerId="LiveId" clId="{A7145278-7593-469B-8663-9BB8E1EF0F74}" dt="2026-02-05T02:34:53.073" v="28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Shaun Page" userId="b65485eab4e18960" providerId="LiveId" clId="{A7145278-7593-469B-8663-9BB8E1EF0F74}" dt="2026-02-05T02:34:53.073" v="28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Shaun Page" userId="b65485eab4e18960" providerId="LiveId" clId="{A7145278-7593-469B-8663-9BB8E1EF0F74}" dt="2026-02-05T02:34:53.073" v="28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Shaun Page" userId="b65485eab4e18960" providerId="LiveId" clId="{A7145278-7593-469B-8663-9BB8E1EF0F74}" dt="2026-02-05T02:34:53.073" v="28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Shaun Page" userId="b65485eab4e18960" providerId="LiveId" clId="{A7145278-7593-469B-8663-9BB8E1EF0F74}" dt="2026-02-05T02:34:53.073" v="28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Shaun Page" userId="b65485eab4e18960" providerId="LiveId" clId="{A7145278-7593-469B-8663-9BB8E1EF0F74}" dt="2026-02-05T02:34:53.073" v="28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Shaun Page" userId="b65485eab4e18960" providerId="LiveId" clId="{A7145278-7593-469B-8663-9BB8E1EF0F74}" dt="2026-02-05T02:34:53.073" v="28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Shaun Page" userId="b65485eab4e18960" providerId="LiveId" clId="{A7145278-7593-469B-8663-9BB8E1EF0F74}" dt="2026-02-05T02:34:53.073" v="28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Shaun Page" userId="b65485eab4e18960" providerId="LiveId" clId="{A7145278-7593-469B-8663-9BB8E1EF0F74}" dt="2026-02-05T02:34:53.073" v="28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Shaun Page" userId="b65485eab4e18960" providerId="LiveId" clId="{A7145278-7593-469B-8663-9BB8E1EF0F74}" dt="2026-02-05T02:34:53.073" v="28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Shaun Page" userId="b65485eab4e18960" providerId="LiveId" clId="{A7145278-7593-469B-8663-9BB8E1EF0F74}" dt="2026-02-05T02:34:53.073" v="28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Shaun Page" userId="b65485eab4e18960" providerId="LiveId" clId="{A7145278-7593-469B-8663-9BB8E1EF0F74}" dt="2026-02-05T02:34:53.073" v="28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  <pc:sldMasterChg chg="modSp modSldLayout">
        <pc:chgData name="Shaun Page" userId="b65485eab4e18960" providerId="LiveId" clId="{A7145278-7593-469B-8663-9BB8E1EF0F74}" dt="2026-02-05T02:34:53.073" v="28"/>
        <pc:sldMasterMkLst>
          <pc:docMk/>
          <pc:sldMasterMk cId="3370162068" sldId="2147483660"/>
        </pc:sldMasterMkLst>
        <pc:spChg chg="mod">
          <ac:chgData name="Shaun Page" userId="b65485eab4e18960" providerId="LiveId" clId="{A7145278-7593-469B-8663-9BB8E1EF0F74}" dt="2026-02-05T02:34:53.073" v="28"/>
          <ac:spMkLst>
            <pc:docMk/>
            <pc:sldMasterMk cId="3370162068" sldId="2147483660"/>
            <ac:spMk id="2" creationId="{00000000-0000-0000-0000-000000000000}"/>
          </ac:spMkLst>
        </pc:spChg>
        <pc:spChg chg="mod">
          <ac:chgData name="Shaun Page" userId="b65485eab4e18960" providerId="LiveId" clId="{A7145278-7593-469B-8663-9BB8E1EF0F74}" dt="2026-02-05T02:34:53.073" v="28"/>
          <ac:spMkLst>
            <pc:docMk/>
            <pc:sldMasterMk cId="3370162068" sldId="2147483660"/>
            <ac:spMk id="3" creationId="{00000000-0000-0000-0000-000000000000}"/>
          </ac:spMkLst>
        </pc:spChg>
        <pc:spChg chg="mod">
          <ac:chgData name="Shaun Page" userId="b65485eab4e18960" providerId="LiveId" clId="{A7145278-7593-469B-8663-9BB8E1EF0F74}" dt="2026-02-05T02:34:53.073" v="28"/>
          <ac:spMkLst>
            <pc:docMk/>
            <pc:sldMasterMk cId="3370162068" sldId="2147483660"/>
            <ac:spMk id="4" creationId="{00000000-0000-0000-0000-000000000000}"/>
          </ac:spMkLst>
        </pc:spChg>
        <pc:spChg chg="mod">
          <ac:chgData name="Shaun Page" userId="b65485eab4e18960" providerId="LiveId" clId="{A7145278-7593-469B-8663-9BB8E1EF0F74}" dt="2026-02-05T02:34:53.073" v="28"/>
          <ac:spMkLst>
            <pc:docMk/>
            <pc:sldMasterMk cId="3370162068" sldId="2147483660"/>
            <ac:spMk id="5" creationId="{00000000-0000-0000-0000-000000000000}"/>
          </ac:spMkLst>
        </pc:spChg>
        <pc:spChg chg="mod">
          <ac:chgData name="Shaun Page" userId="b65485eab4e18960" providerId="LiveId" clId="{A7145278-7593-469B-8663-9BB8E1EF0F74}" dt="2026-02-05T02:34:53.073" v="28"/>
          <ac:spMkLst>
            <pc:docMk/>
            <pc:sldMasterMk cId="3370162068" sldId="2147483660"/>
            <ac:spMk id="6" creationId="{00000000-0000-0000-0000-000000000000}"/>
          </ac:spMkLst>
        </pc:spChg>
        <pc:sldLayoutChg chg="modSp">
          <pc:chgData name="Shaun Page" userId="b65485eab4e18960" providerId="LiveId" clId="{A7145278-7593-469B-8663-9BB8E1EF0F74}" dt="2026-02-05T02:34:53.073" v="28"/>
          <pc:sldLayoutMkLst>
            <pc:docMk/>
            <pc:sldMasterMk cId="3370162068" sldId="2147483660"/>
            <pc:sldLayoutMk cId="1999178" sldId="2147483661"/>
          </pc:sldLayoutMkLst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1999178" sldId="2147483661"/>
              <ac:spMk id="2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1999178" sldId="2147483661"/>
              <ac:spMk id="3" creationId="{00000000-0000-0000-0000-000000000000}"/>
            </ac:spMkLst>
          </pc:spChg>
        </pc:sldLayoutChg>
        <pc:sldLayoutChg chg="modSp">
          <pc:chgData name="Shaun Page" userId="b65485eab4e18960" providerId="LiveId" clId="{A7145278-7593-469B-8663-9BB8E1EF0F74}" dt="2026-02-05T02:34:53.073" v="28"/>
          <pc:sldLayoutMkLst>
            <pc:docMk/>
            <pc:sldMasterMk cId="3370162068" sldId="2147483660"/>
            <pc:sldLayoutMk cId="1097565455" sldId="2147483663"/>
          </pc:sldLayoutMkLst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1097565455" sldId="2147483663"/>
              <ac:spMk id="2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1097565455" sldId="2147483663"/>
              <ac:spMk id="3" creationId="{00000000-0000-0000-0000-000000000000}"/>
            </ac:spMkLst>
          </pc:spChg>
        </pc:sldLayoutChg>
        <pc:sldLayoutChg chg="modSp">
          <pc:chgData name="Shaun Page" userId="b65485eab4e18960" providerId="LiveId" clId="{A7145278-7593-469B-8663-9BB8E1EF0F74}" dt="2026-02-05T02:34:53.073" v="28"/>
          <pc:sldLayoutMkLst>
            <pc:docMk/>
            <pc:sldMasterMk cId="3370162068" sldId="2147483660"/>
            <pc:sldLayoutMk cId="1800808989" sldId="2147483664"/>
          </pc:sldLayoutMkLst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1800808989" sldId="2147483664"/>
              <ac:spMk id="3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1800808989" sldId="2147483664"/>
              <ac:spMk id="4" creationId="{00000000-0000-0000-0000-000000000000}"/>
            </ac:spMkLst>
          </pc:spChg>
        </pc:sldLayoutChg>
        <pc:sldLayoutChg chg="modSp">
          <pc:chgData name="Shaun Page" userId="b65485eab4e18960" providerId="LiveId" clId="{A7145278-7593-469B-8663-9BB8E1EF0F74}" dt="2026-02-05T02:34:53.073" v="28"/>
          <pc:sldLayoutMkLst>
            <pc:docMk/>
            <pc:sldMasterMk cId="3370162068" sldId="2147483660"/>
            <pc:sldLayoutMk cId="2921909877" sldId="2147483665"/>
          </pc:sldLayoutMkLst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2921909877" sldId="2147483665"/>
              <ac:spMk id="3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2921909877" sldId="2147483665"/>
              <ac:spMk id="4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2921909877" sldId="2147483665"/>
              <ac:spMk id="5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2921909877" sldId="2147483665"/>
              <ac:spMk id="6" creationId="{00000000-0000-0000-0000-000000000000}"/>
            </ac:spMkLst>
          </pc:spChg>
        </pc:sldLayoutChg>
        <pc:sldLayoutChg chg="modSp">
          <pc:chgData name="Shaun Page" userId="b65485eab4e18960" providerId="LiveId" clId="{A7145278-7593-469B-8663-9BB8E1EF0F74}" dt="2026-02-05T02:34:53.073" v="28"/>
          <pc:sldLayoutMkLst>
            <pc:docMk/>
            <pc:sldMasterMk cId="3370162068" sldId="2147483660"/>
            <pc:sldLayoutMk cId="2657594239" sldId="2147483668"/>
          </pc:sldLayoutMkLst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2657594239" sldId="2147483668"/>
              <ac:spMk id="2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2657594239" sldId="2147483668"/>
              <ac:spMk id="3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2657594239" sldId="2147483668"/>
              <ac:spMk id="4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2657594239" sldId="2147483668"/>
              <ac:spMk id="9" creationId="{00000000-0000-0000-0000-000000000000}"/>
            </ac:spMkLst>
          </pc:spChg>
        </pc:sldLayoutChg>
        <pc:sldLayoutChg chg="modSp">
          <pc:chgData name="Shaun Page" userId="b65485eab4e18960" providerId="LiveId" clId="{A7145278-7593-469B-8663-9BB8E1EF0F74}" dt="2026-02-05T02:34:53.073" v="28"/>
          <pc:sldLayoutMkLst>
            <pc:docMk/>
            <pc:sldMasterMk cId="3370162068" sldId="2147483660"/>
            <pc:sldLayoutMk cId="985540681" sldId="2147483669"/>
          </pc:sldLayoutMkLst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985540681" sldId="2147483669"/>
              <ac:spMk id="2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985540681" sldId="2147483669"/>
              <ac:spMk id="3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985540681" sldId="2147483669"/>
              <ac:spMk id="4" creationId="{00000000-0000-0000-0000-000000000000}"/>
            </ac:spMkLst>
          </pc:spChg>
        </pc:sldLayoutChg>
        <pc:sldLayoutChg chg="modSp">
          <pc:chgData name="Shaun Page" userId="b65485eab4e18960" providerId="LiveId" clId="{A7145278-7593-469B-8663-9BB8E1EF0F74}" dt="2026-02-05T02:34:53.073" v="28"/>
          <pc:sldLayoutMkLst>
            <pc:docMk/>
            <pc:sldMasterMk cId="3370162068" sldId="2147483660"/>
            <pc:sldLayoutMk cId="2054141150" sldId="2147483671"/>
          </pc:sldLayoutMkLst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2054141150" sldId="2147483671"/>
              <ac:spMk id="2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2:34:53.073" v="28"/>
            <ac:spMkLst>
              <pc:docMk/>
              <pc:sldMasterMk cId="3370162068" sldId="2147483660"/>
              <pc:sldLayoutMk cId="2054141150" sldId="2147483671"/>
              <ac:spMk id="3" creationId="{00000000-0000-0000-0000-000000000000}"/>
            </ac:spMkLst>
          </pc:spChg>
        </pc:sldLayoutChg>
      </pc:sldMasterChg>
      <pc:sldMasterChg chg="modSp mod modSldLayout">
        <pc:chgData name="Shaun Page" userId="b65485eab4e18960" providerId="LiveId" clId="{A7145278-7593-469B-8663-9BB8E1EF0F74}" dt="2026-02-05T04:54:45.804" v="53" actId="404"/>
        <pc:sldMasterMkLst>
          <pc:docMk/>
          <pc:sldMasterMk cId="2771555572" sldId="2147483672"/>
        </pc:sldMasterMkLst>
        <pc:spChg chg="mod">
          <ac:chgData name="Shaun Page" userId="b65485eab4e18960" providerId="LiveId" clId="{A7145278-7593-469B-8663-9BB8E1EF0F74}" dt="2026-02-05T04:52:42.142" v="42" actId="2711"/>
          <ac:spMkLst>
            <pc:docMk/>
            <pc:sldMasterMk cId="2771555572" sldId="2147483672"/>
            <ac:spMk id="2" creationId="{00000000-0000-0000-0000-000000000000}"/>
          </ac:spMkLst>
        </pc:spChg>
        <pc:spChg chg="mod">
          <ac:chgData name="Shaun Page" userId="b65485eab4e18960" providerId="LiveId" clId="{A7145278-7593-469B-8663-9BB8E1EF0F74}" dt="2026-02-05T04:53:24.855" v="46" actId="404"/>
          <ac:spMkLst>
            <pc:docMk/>
            <pc:sldMasterMk cId="2771555572" sldId="2147483672"/>
            <ac:spMk id="3" creationId="{00000000-0000-0000-0000-000000000000}"/>
          </ac:spMkLst>
        </pc:spChg>
        <pc:sldLayoutChg chg="delSp modSp mod">
          <pc:chgData name="Shaun Page" userId="b65485eab4e18960" providerId="LiveId" clId="{A7145278-7593-469B-8663-9BB8E1EF0F74}" dt="2026-02-05T04:51:35.427" v="38" actId="478"/>
          <pc:sldLayoutMkLst>
            <pc:docMk/>
            <pc:sldMasterMk cId="2771555572" sldId="2147483672"/>
            <pc:sldLayoutMk cId="1885698224" sldId="2147483673"/>
          </pc:sldLayoutMkLst>
          <pc:spChg chg="mod">
            <ac:chgData name="Shaun Page" userId="b65485eab4e18960" providerId="LiveId" clId="{A7145278-7593-469B-8663-9BB8E1EF0F74}" dt="2026-02-05T04:50:49.824" v="33" actId="255"/>
            <ac:spMkLst>
              <pc:docMk/>
              <pc:sldMasterMk cId="2771555572" sldId="2147483672"/>
              <pc:sldLayoutMk cId="1885698224" sldId="2147483673"/>
              <ac:spMk id="2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4:51:18.677" v="34" actId="2711"/>
            <ac:spMkLst>
              <pc:docMk/>
              <pc:sldMasterMk cId="2771555572" sldId="2147483672"/>
              <pc:sldLayoutMk cId="1885698224" sldId="2147483673"/>
              <ac:spMk id="3" creationId="{00000000-0000-0000-0000-000000000000}"/>
            </ac:spMkLst>
          </pc:spChg>
          <pc:spChg chg="del">
            <ac:chgData name="Shaun Page" userId="b65485eab4e18960" providerId="LiveId" clId="{A7145278-7593-469B-8663-9BB8E1EF0F74}" dt="2026-02-05T04:51:32.254" v="37" actId="478"/>
            <ac:spMkLst>
              <pc:docMk/>
              <pc:sldMasterMk cId="2771555572" sldId="2147483672"/>
              <pc:sldLayoutMk cId="1885698224" sldId="2147483673"/>
              <ac:spMk id="7" creationId="{00000000-0000-0000-0000-000000000000}"/>
            </ac:spMkLst>
          </pc:spChg>
          <pc:spChg chg="del mod">
            <ac:chgData name="Shaun Page" userId="b65485eab4e18960" providerId="LiveId" clId="{A7145278-7593-469B-8663-9BB8E1EF0F74}" dt="2026-02-05T04:51:30.058" v="36" actId="478"/>
            <ac:spMkLst>
              <pc:docMk/>
              <pc:sldMasterMk cId="2771555572" sldId="2147483672"/>
              <pc:sldLayoutMk cId="1885698224" sldId="2147483673"/>
              <ac:spMk id="8" creationId="{00000000-0000-0000-0000-000000000000}"/>
            </ac:spMkLst>
          </pc:spChg>
          <pc:spChg chg="del">
            <ac:chgData name="Shaun Page" userId="b65485eab4e18960" providerId="LiveId" clId="{A7145278-7593-469B-8663-9BB8E1EF0F74}" dt="2026-02-05T04:51:35.427" v="38" actId="478"/>
            <ac:spMkLst>
              <pc:docMk/>
              <pc:sldMasterMk cId="2771555572" sldId="2147483672"/>
              <pc:sldLayoutMk cId="1885698224" sldId="2147483673"/>
              <ac:spMk id="9" creationId="{00000000-0000-0000-0000-000000000000}"/>
            </ac:spMkLst>
          </pc:spChg>
        </pc:sldLayoutChg>
        <pc:sldLayoutChg chg="modSp mod">
          <pc:chgData name="Shaun Page" userId="b65485eab4e18960" providerId="LiveId" clId="{A7145278-7593-469B-8663-9BB8E1EF0F74}" dt="2026-02-05T04:53:52.776" v="47" actId="2711"/>
          <pc:sldLayoutMkLst>
            <pc:docMk/>
            <pc:sldMasterMk cId="2771555572" sldId="2147483672"/>
            <pc:sldLayoutMk cId="784286678" sldId="2147483675"/>
          </pc:sldLayoutMkLst>
          <pc:spChg chg="mod">
            <ac:chgData name="Shaun Page" userId="b65485eab4e18960" providerId="LiveId" clId="{A7145278-7593-469B-8663-9BB8E1EF0F74}" dt="2026-02-05T04:53:52.776" v="47" actId="2711"/>
            <ac:spMkLst>
              <pc:docMk/>
              <pc:sldMasterMk cId="2771555572" sldId="2147483672"/>
              <pc:sldLayoutMk cId="784286678" sldId="2147483675"/>
              <ac:spMk id="3" creationId="{00000000-0000-0000-0000-000000000000}"/>
            </ac:spMkLst>
          </pc:spChg>
        </pc:sldLayoutChg>
        <pc:sldLayoutChg chg="delSp mod">
          <pc:chgData name="Shaun Page" userId="b65485eab4e18960" providerId="LiveId" clId="{A7145278-7593-469B-8663-9BB8E1EF0F74}" dt="2026-02-05T04:54:07.188" v="48" actId="478"/>
          <pc:sldLayoutMkLst>
            <pc:docMk/>
            <pc:sldMasterMk cId="2771555572" sldId="2147483672"/>
            <pc:sldLayoutMk cId="1709359185" sldId="2147483676"/>
          </pc:sldLayoutMkLst>
          <pc:spChg chg="del">
            <ac:chgData name="Shaun Page" userId="b65485eab4e18960" providerId="LiveId" clId="{A7145278-7593-469B-8663-9BB8E1EF0F74}" dt="2026-02-05T04:54:07.188" v="48" actId="478"/>
            <ac:spMkLst>
              <pc:docMk/>
              <pc:sldMasterMk cId="2771555572" sldId="2147483672"/>
              <pc:sldLayoutMk cId="1709359185" sldId="2147483676"/>
              <ac:spMk id="5" creationId="{00000000-0000-0000-0000-000000000000}"/>
            </ac:spMkLst>
          </pc:spChg>
          <pc:spChg chg="del">
            <ac:chgData name="Shaun Page" userId="b65485eab4e18960" providerId="LiveId" clId="{A7145278-7593-469B-8663-9BB8E1EF0F74}" dt="2026-02-05T04:54:07.188" v="48" actId="478"/>
            <ac:spMkLst>
              <pc:docMk/>
              <pc:sldMasterMk cId="2771555572" sldId="2147483672"/>
              <pc:sldLayoutMk cId="1709359185" sldId="2147483676"/>
              <ac:spMk id="6" creationId="{00000000-0000-0000-0000-000000000000}"/>
            </ac:spMkLst>
          </pc:spChg>
          <pc:spChg chg="del">
            <ac:chgData name="Shaun Page" userId="b65485eab4e18960" providerId="LiveId" clId="{A7145278-7593-469B-8663-9BB8E1EF0F74}" dt="2026-02-05T04:54:07.188" v="48" actId="478"/>
            <ac:spMkLst>
              <pc:docMk/>
              <pc:sldMasterMk cId="2771555572" sldId="2147483672"/>
              <pc:sldLayoutMk cId="1709359185" sldId="2147483676"/>
              <ac:spMk id="7" creationId="{00000000-0000-0000-0000-000000000000}"/>
            </ac:spMkLst>
          </pc:spChg>
        </pc:sldLayoutChg>
        <pc:sldLayoutChg chg="modSp mod">
          <pc:chgData name="Shaun Page" userId="b65485eab4e18960" providerId="LiveId" clId="{A7145278-7593-469B-8663-9BB8E1EF0F74}" dt="2026-02-05T04:54:45.804" v="53" actId="404"/>
          <pc:sldLayoutMkLst>
            <pc:docMk/>
            <pc:sldMasterMk cId="2771555572" sldId="2147483672"/>
            <pc:sldLayoutMk cId="2085949493" sldId="2147483677"/>
          </pc:sldLayoutMkLst>
          <pc:spChg chg="mod">
            <ac:chgData name="Shaun Page" userId="b65485eab4e18960" providerId="LiveId" clId="{A7145278-7593-469B-8663-9BB8E1EF0F74}" dt="2026-02-05T04:54:45.804" v="53" actId="404"/>
            <ac:spMkLst>
              <pc:docMk/>
              <pc:sldMasterMk cId="2771555572" sldId="2147483672"/>
              <pc:sldLayoutMk cId="2085949493" sldId="2147483677"/>
              <ac:spMk id="3" creationId="{00000000-0000-0000-0000-000000000000}"/>
            </ac:spMkLst>
          </pc:spChg>
          <pc:spChg chg="mod">
            <ac:chgData name="Shaun Page" userId="b65485eab4e18960" providerId="LiveId" clId="{A7145278-7593-469B-8663-9BB8E1EF0F74}" dt="2026-02-05T04:54:45.804" v="53" actId="404"/>
            <ac:spMkLst>
              <pc:docMk/>
              <pc:sldMasterMk cId="2771555572" sldId="2147483672"/>
              <pc:sldLayoutMk cId="2085949493" sldId="2147483677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935EBD-8572-486E-BF64-2BD53CBB2C22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431E4-182A-4259-B69B-C922E94C2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07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AE1E2-6661-4B30-B39F-1291A4745E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04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431E4-182A-4259-B69B-C922E94C23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98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431E4-182A-4259-B69B-C922E94C235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21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7200" spc="-120" baseline="0">
                <a:solidFill>
                  <a:schemeClr val="tx1"/>
                </a:solidFill>
                <a:latin typeface="Poppins Black" panose="00000A00000000000000" pitchFamily="2" charset="0"/>
                <a:cs typeface="Poppins Black" panose="00000A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698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592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286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359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94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68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19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98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059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759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63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  <a:latin typeface="Aptos Black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Aptos Black" panose="020B0004020202020204" pitchFamily="34" charset="0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788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625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840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156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3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684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9706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918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11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875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068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877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55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Poppins SemiBold" panose="020B0502040204020203" pitchFamily="2" charset="0"/>
          <a:ea typeface="+mj-ea"/>
          <a:cs typeface="Poppins SemiBold" panose="020B0502040204020203" pitchFamily="2" charset="0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32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800" kern="1200">
          <a:solidFill>
            <a:schemeClr val="tx1">
              <a:lumMod val="75000"/>
              <a:lumOff val="25000"/>
            </a:schemeClr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i="1" kern="1200">
          <a:solidFill>
            <a:schemeClr val="tx1">
              <a:lumMod val="65000"/>
              <a:lumOff val="35000"/>
            </a:schemeClr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kern="1200">
          <a:solidFill>
            <a:schemeClr val="tx1">
              <a:lumMod val="65000"/>
              <a:lumOff val="35000"/>
            </a:schemeClr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kern="1200">
          <a:solidFill>
            <a:schemeClr val="tx1">
              <a:lumMod val="65000"/>
              <a:lumOff val="35000"/>
            </a:schemeClr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7224" y="2299981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3"/>
            <a:r>
              <a:rPr lang="en-US" dirty="0"/>
              <a:t>Second level</a:t>
            </a:r>
          </a:p>
          <a:p>
            <a:pPr lvl="4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0719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120" baseline="0">
          <a:solidFill>
            <a:schemeClr val="tx1">
              <a:lumMod val="75000"/>
              <a:lumOff val="25000"/>
            </a:schemeClr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80000"/>
        </a:lnSpc>
        <a:spcBef>
          <a:spcPts val="1300"/>
        </a:spcBef>
        <a:buFont typeface="Arial" panose="020B0604020202020204" pitchFamily="34" charset="0"/>
        <a:buChar char="•"/>
        <a:defRPr sz="2600" kern="1200">
          <a:solidFill>
            <a:schemeClr val="accent1"/>
          </a:solidFill>
          <a:latin typeface="Aptos Light" panose="020B0004020202020204" pitchFamily="34" charset="0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-"/>
        <a:defRPr sz="2400" kern="1200">
          <a:solidFill>
            <a:schemeClr val="tx1">
              <a:lumMod val="75000"/>
              <a:lumOff val="25000"/>
            </a:schemeClr>
          </a:solidFill>
          <a:latin typeface="Aptos Light" panose="020B0004020202020204" pitchFamily="34" charset="0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Aptos Light" panose="020B0004020202020204" pitchFamily="34" charset="0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0000"/>
        </a:lnSpc>
        <a:spcBef>
          <a:spcPts val="600"/>
        </a:spcBef>
        <a:buFont typeface="Arial" pitchFamily="34" charset="0"/>
        <a:buChar char=" "/>
        <a:defRPr sz="2000" kern="1200">
          <a:solidFill>
            <a:schemeClr val="tx1">
              <a:lumMod val="65000"/>
              <a:lumOff val="35000"/>
            </a:schemeClr>
          </a:solidFill>
          <a:latin typeface="Aptos Light" panose="020B0004020202020204" pitchFamily="34" charset="0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0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Aptos Light" panose="020B0004020202020204" pitchFamily="34" charset="0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4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Reclaim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The Operating System for Ownership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455B8A-BE4F-3B0C-8019-E567181C3D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rcRect l="4564" t="-1" r="4257" b="41804"/>
          <a:stretch>
            <a:fillRect/>
          </a:stretch>
        </p:blipFill>
        <p:spPr>
          <a:xfrm>
            <a:off x="6426147" y="2068321"/>
            <a:ext cx="5765853" cy="47896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0EA4C5-8556-722E-FA2C-6E1FCA8FEC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61" t="-1" r="22954" b="52547"/>
          <a:stretch>
            <a:fillRect/>
          </a:stretch>
        </p:blipFill>
        <p:spPr>
          <a:xfrm>
            <a:off x="0" y="2395555"/>
            <a:ext cx="6161345" cy="446244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FD8680EA-EDE0-27EF-8531-6E09F052B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733213"/>
            <a:ext cx="10772775" cy="877565"/>
          </a:xfrm>
        </p:spPr>
        <p:txBody>
          <a:bodyPr/>
          <a:lstStyle/>
          <a:p>
            <a:r>
              <a:rPr lang="en-US" dirty="0"/>
              <a:t>It’s official:  We’re in crisis</a:t>
            </a:r>
          </a:p>
        </p:txBody>
      </p:sp>
    </p:spTree>
    <p:extLst>
      <p:ext uri="{BB962C8B-B14F-4D97-AF65-F5344CB8AC3E}">
        <p14:creationId xmlns:p14="http://schemas.microsoft.com/office/powerpoint/2010/main" val="1065005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9DA45-2E5D-FA92-5A6A-00FAF39D1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56" y="499532"/>
            <a:ext cx="10772775" cy="877565"/>
          </a:xfrm>
        </p:spPr>
        <p:txBody>
          <a:bodyPr>
            <a:normAutofit/>
          </a:bodyPr>
          <a:lstStyle/>
          <a:p>
            <a:r>
              <a:rPr lang="en-US" sz="4800" dirty="0"/>
              <a:t>Has the world has gone mad?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10C52-B381-2BE6-E9C7-15AE4936F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448560"/>
            <a:ext cx="10753725" cy="3766185"/>
          </a:xfr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Stress at an all time high</a:t>
            </a:r>
          </a:p>
          <a:p>
            <a:pPr>
              <a:lnSpc>
                <a:spcPct val="100000"/>
              </a:lnSpc>
            </a:pPr>
            <a:r>
              <a:rPr lang="en-US" dirty="0"/>
              <a:t>Misinformation and collapse of reality 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Societal, economic and political polarization</a:t>
            </a:r>
          </a:p>
          <a:p>
            <a:pPr>
              <a:lnSpc>
                <a:spcPct val="100000"/>
              </a:lnSpc>
            </a:pPr>
            <a:r>
              <a:rPr lang="en-US" dirty="0"/>
              <a:t>Widespread loss of faith and trust</a:t>
            </a:r>
          </a:p>
        </p:txBody>
      </p:sp>
    </p:spTree>
    <p:extLst>
      <p:ext uri="{BB962C8B-B14F-4D97-AF65-F5344CB8AC3E}">
        <p14:creationId xmlns:p14="http://schemas.microsoft.com/office/powerpoint/2010/main" val="1202825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3B362-E21C-AB64-B418-96E721D7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494" y="197383"/>
            <a:ext cx="10772775" cy="1658198"/>
          </a:xfrm>
        </p:spPr>
        <p:txBody>
          <a:bodyPr>
            <a:normAutofit/>
          </a:bodyPr>
          <a:lstStyle/>
          <a:p>
            <a:r>
              <a:rPr lang="en-US" dirty="0">
                <a:latin typeface="Poppins SemiBold" panose="00000700000000000000" pitchFamily="2" charset="0"/>
                <a:cs typeface="Poppins SemiBold" panose="00000700000000000000" pitchFamily="2" charset="0"/>
              </a:rPr>
              <a:t>The Gap:   it’s tools and structure.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55E79-9032-8D3D-AF24-8FCEBB912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rPr>
              <a:t>Responsibilities -  no operating manual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rPr>
              <a:t>Protections - no practical way to use them.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rPr>
              <a:t>Help exists - fragmented and expensive.</a:t>
            </a:r>
          </a:p>
        </p:txBody>
      </p:sp>
    </p:spTree>
    <p:extLst>
      <p:ext uri="{BB962C8B-B14F-4D97-AF65-F5344CB8AC3E}">
        <p14:creationId xmlns:p14="http://schemas.microsoft.com/office/powerpoint/2010/main" val="3720153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212E-B2E8-0565-2702-B1767B64D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483875"/>
            <a:ext cx="10772775" cy="877565"/>
          </a:xfrm>
        </p:spPr>
        <p:txBody>
          <a:bodyPr>
            <a:normAutofit/>
          </a:bodyPr>
          <a:lstStyle/>
          <a:p>
            <a:r>
              <a:rPr lang="en-US" sz="4800" dirty="0"/>
              <a:t>Today’s reality: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17A04-398E-AE06-9E0C-4E6281848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4" y="2157731"/>
            <a:ext cx="10753725" cy="333882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Cost of living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Pay-to-play legal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Community breakdown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Murphy’s law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Poppins ExtraLight" panose="00000300000000000000" pitchFamily="2" charset="0"/>
              <a:cs typeface="Poppins ExtraLight" panose="000003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00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BF210D3-03EF-AC64-77DF-4AD73FCC9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/>
              <a:t>Designed </a:t>
            </a:r>
            <a:endParaRPr lang="en-US" sz="480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0F2213-A764-1524-3B53-93B83739A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Reclaim is a movement.  Sure, it’s the best digital </a:t>
            </a:r>
            <a:r>
              <a:rPr lang="en-US" dirty="0" err="1"/>
              <a:t>swiss</a:t>
            </a:r>
            <a:r>
              <a:rPr lang="en-US" dirty="0"/>
              <a:t>-army knife </a:t>
            </a:r>
          </a:p>
        </p:txBody>
      </p:sp>
    </p:spTree>
    <p:extLst>
      <p:ext uri="{BB962C8B-B14F-4D97-AF65-F5344CB8AC3E}">
        <p14:creationId xmlns:p14="http://schemas.microsoft.com/office/powerpoint/2010/main" val="351085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59B5F-8BB3-4D51-DB4D-160034B98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E9F65-56DE-6D02-3151-3E745B8E8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345" y="1121134"/>
            <a:ext cx="10780776" cy="500556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dirty="0"/>
              <a:t>.</a:t>
            </a:r>
            <a:endParaRPr lang="en-US" sz="4800" dirty="0"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910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5064" y="542492"/>
            <a:ext cx="620573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000" b="1">
                <a:latin typeface="Arial"/>
              </a:defRPr>
            </a:pPr>
            <a:r>
              <a:rPr sz="4000" dirty="0"/>
              <a:t>The Pivot: Instant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53401" y="2359476"/>
            <a:ext cx="411480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/>
            </a:pPr>
            <a:r>
              <a:rPr sz="2000" dirty="0"/>
              <a:t>We scrapped the dashboard.</a:t>
            </a:r>
          </a:p>
          <a:p>
            <a:pPr>
              <a:spcAft>
                <a:spcPts val="1400"/>
              </a:spcAft>
              <a:defRPr sz="2000"/>
            </a:pPr>
            <a:r>
              <a:rPr sz="2000" dirty="0"/>
              <a:t>We built a weapon.</a:t>
            </a:r>
          </a:p>
          <a:p>
            <a:pPr>
              <a:spcAft>
                <a:spcPts val="1400"/>
              </a:spcAft>
              <a:defRPr sz="2000"/>
            </a:pPr>
            <a:r>
              <a:rPr sz="2000" dirty="0"/>
              <a:t>No data entry. No forms.</a:t>
            </a:r>
          </a:p>
          <a:p>
            <a:pPr>
              <a:spcAft>
                <a:spcPts val="1400"/>
              </a:spcAft>
              <a:defRPr sz="2000"/>
            </a:pPr>
            <a:r>
              <a:rPr sz="2000" dirty="0"/>
              <a:t>Just point, shoot, and solve.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9BAE4-F643-6D08-CE2C-F2B5E99AE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169247"/>
          </a:xfrm>
        </p:spPr>
        <p:txBody>
          <a:bodyPr>
            <a:normAutofit/>
          </a:bodyPr>
          <a:lstStyle/>
          <a:p>
            <a:r>
              <a:rPr lang="en-US" dirty="0"/>
              <a:t>Four modules, one platform.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47522-DD69-FA1A-D93B-5D9ECEC6C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Home    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Money  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Community   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Rights</a:t>
            </a:r>
          </a:p>
          <a:p>
            <a:pPr>
              <a:lnSpc>
                <a:spcPct val="150000"/>
              </a:lnSpc>
            </a:pPr>
            <a:endParaRPr lang="en-US" dirty="0">
              <a:latin typeface="Poppins ExtraLight" panose="00000300000000000000" pitchFamily="2" charset="0"/>
              <a:cs typeface="Poppins ExtraLight" panose="00000300000000000000" pitchFamily="2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Poppins ExtraLight" panose="00000300000000000000" pitchFamily="2" charset="0"/>
              <a:cs typeface="Poppins ExtraLight" panose="000003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949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F896CD6-0FBC-EA8A-6E15-DFD9436A1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61" y="5171411"/>
            <a:ext cx="1468019" cy="98117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975195D-07C7-CB91-0BF5-292531953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584770"/>
            <a:ext cx="10772775" cy="877565"/>
          </a:xfrm>
        </p:spPr>
        <p:txBody>
          <a:bodyPr>
            <a:normAutofit/>
          </a:bodyPr>
          <a:lstStyle/>
          <a:p>
            <a:r>
              <a:rPr lang="en-US" sz="4800" b="1" dirty="0"/>
              <a:t>Home – no more emergencies  </a:t>
            </a:r>
            <a:endParaRPr lang="en-US" sz="4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293C7A-7CD9-C548-FCBA-F0A35E9CA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8964" y="4909838"/>
            <a:ext cx="5783568" cy="418338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dirty="0">
              <a:latin typeface="Poppins ExtraLight" panose="00000300000000000000" pitchFamily="2" charset="0"/>
              <a:cs typeface="Poppins ExtraLight" panose="00000300000000000000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for your home.</a:t>
            </a:r>
          </a:p>
          <a:p>
            <a:pPr>
              <a:lnSpc>
                <a:spcPct val="100000"/>
              </a:lnSpc>
            </a:pPr>
            <a:endParaRPr lang="en-US" dirty="0">
              <a:latin typeface="Poppins ExtraLight" panose="00000300000000000000" pitchFamily="2" charset="0"/>
              <a:cs typeface="Poppins ExtraLight" panose="00000300000000000000" pitchFamily="2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Informed repair or replace</a:t>
            </a:r>
          </a:p>
          <a:p>
            <a:pPr>
              <a:lnSpc>
                <a:spcPct val="100000"/>
              </a:lnSpc>
            </a:pPr>
            <a:endParaRPr lang="en-US" dirty="0">
              <a:latin typeface="Poppins ExtraLight" panose="00000300000000000000" pitchFamily="2" charset="0"/>
              <a:cs typeface="Poppins ExtraLight" panose="000003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559849-2127-0847-456B-03AC2FF1F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3464" y1="28431" x2="43464" y2="28431"/>
                        <a14:foregroundMark x1="33660" y1="49183" x2="58987" y2="55229"/>
                        <a14:foregroundMark x1="58987" y1="55229" x2="32516" y2="589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9022" y="2570050"/>
            <a:ext cx="1100892" cy="11008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ED56FF-AFFE-16B8-CF42-8529C83F05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458" y="3495084"/>
            <a:ext cx="1468019" cy="9811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6FDD89-3411-8274-A535-F214DF725C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090" y="1800115"/>
            <a:ext cx="1295446" cy="8671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9E241A5-F3D9-127B-B102-1F81B2318B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057" y="4366093"/>
            <a:ext cx="1470264" cy="9811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7AF4BF-8691-E3A4-EACF-989F8D22B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Money:  you work hard for 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234CE0-E6C2-C5D4-FB8A-5B6AC9ECE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Stop the energy vampires,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forgotten subscriptions,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unauthorized charges.</a:t>
            </a:r>
          </a:p>
          <a:p>
            <a:pPr>
              <a:lnSpc>
                <a:spcPct val="100000"/>
              </a:lnSpc>
            </a:pPr>
            <a:endParaRPr lang="en-US" dirty="0">
              <a:latin typeface="Poppins ExtraLight" panose="00000300000000000000" pitchFamily="2" charset="0"/>
              <a:cs typeface="Poppins ExtraLight" panose="00000300000000000000" pitchFamily="2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It ends now.</a:t>
            </a:r>
          </a:p>
          <a:p>
            <a:pPr>
              <a:lnSpc>
                <a:spcPct val="100000"/>
              </a:lnSpc>
            </a:pPr>
            <a:endParaRPr lang="en-US" dirty="0">
              <a:latin typeface="Poppins ExtraLight" panose="00000300000000000000" pitchFamily="2" charset="0"/>
              <a:cs typeface="Poppins ExtraLight" panose="00000300000000000000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4CDF1-DDC2-3809-6D9E-C882DDCDA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Reclaim Rights </a:t>
            </a:r>
            <a:br>
              <a:rPr lang="en-US" dirty="0"/>
            </a:br>
            <a:r>
              <a:rPr lang="en-US" sz="4000" dirty="0"/>
              <a:t>Put the legal system to work for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14EE0-9E5A-8E48-E002-C72E4A3A1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4" y="2299981"/>
            <a:ext cx="10753725" cy="421935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Timeline builder from messages, documents, photos, and notes.</a:t>
            </a:r>
          </a:p>
          <a:p>
            <a:pPr>
              <a:lnSpc>
                <a:spcPct val="90000"/>
              </a:lnSpc>
            </a:pPr>
            <a:r>
              <a:rPr lang="en-US" dirty="0"/>
              <a:t>Evidence vault with tagging and fast retrieval.</a:t>
            </a:r>
          </a:p>
          <a:p>
            <a:pPr>
              <a:lnSpc>
                <a:spcPct val="90000"/>
              </a:lnSpc>
            </a:pPr>
            <a:r>
              <a:rPr lang="en-US" dirty="0"/>
              <a:t>Draft support for letters, complaints, declarations, and forms (user review).</a:t>
            </a:r>
          </a:p>
          <a:p>
            <a:pPr>
              <a:lnSpc>
                <a:spcPct val="90000"/>
              </a:lnSpc>
            </a:pPr>
            <a:r>
              <a:rPr lang="en-US" dirty="0"/>
              <a:t>Deadlines + workflow checklists to prevent mistakes and missed steps.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Aptos Black" panose="020B0004020202020204" pitchFamily="34" charset="0"/>
              </a:rPr>
              <a:t>Outcome: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200" b="1" dirty="0">
                <a:solidFill>
                  <a:schemeClr val="tx1"/>
                </a:solidFill>
              </a:rPr>
              <a:t>Stop getting buried. Operate calmly, correctly, and on your terms</a:t>
            </a:r>
            <a:r>
              <a:rPr lang="en-US" sz="3600" b="1" dirty="0">
                <a:solidFill>
                  <a:schemeClr val="tx1"/>
                </a:solidFill>
              </a:rPr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i="1" dirty="0">
                <a:solidFill>
                  <a:schemeClr val="tx1"/>
                </a:solidFill>
              </a:rPr>
              <a:t>Tools and workflow only — not a law firm, not representation.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27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1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10DD78-28CE-D682-D3A7-58CF4B2E1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264" y="5620173"/>
            <a:ext cx="10772775" cy="877565"/>
          </a:xfrm>
        </p:spPr>
        <p:txBody>
          <a:bodyPr>
            <a:normAutofit/>
          </a:bodyPr>
          <a:lstStyle/>
          <a:p>
            <a:r>
              <a:rPr lang="en-US" dirty="0"/>
              <a:t>Community:  Not Surveillance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7302BB-58C6-E105-048D-54F0D7976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37" y="97366"/>
            <a:ext cx="10753725" cy="6663267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chemeClr val="bg2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rPr>
              <a:t>User-defined community fabric.</a:t>
            </a:r>
          </a:p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chemeClr val="bg2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rPr>
              <a:t>Privacy-first. Opt-in only.</a:t>
            </a:r>
          </a:p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chemeClr val="bg2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rPr>
              <a:t>Strength in numbers.</a:t>
            </a:r>
          </a:p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chemeClr val="bg2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rPr>
              <a:t>Eliminate loneliness</a:t>
            </a:r>
          </a:p>
          <a:p>
            <a:pPr>
              <a:lnSpc>
                <a:spcPct val="100000"/>
              </a:lnSpc>
            </a:pPr>
            <a:endParaRPr lang="en-US" sz="1400" dirty="0">
              <a:solidFill>
                <a:schemeClr val="bg2"/>
              </a:solidFill>
              <a:latin typeface="Poppins ExtraLight" panose="00000300000000000000" pitchFamily="2" charset="0"/>
              <a:cs typeface="Poppins ExtraLight" panose="00000300000000000000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365760"/>
            <a:ext cx="585288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latin typeface="Arial"/>
              </a:defRPr>
            </a:pPr>
            <a:r>
              <a:rPr sz="4000"/>
              <a:t>Four Modules. One OS.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371600"/>
            <a:ext cx="411480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/>
            </a:pPr>
            <a:r>
              <a:rPr sz="2000" dirty="0"/>
              <a:t>HOME: The Wedge (Free)</a:t>
            </a:r>
          </a:p>
          <a:p>
            <a:pPr>
              <a:spcAft>
                <a:spcPts val="1400"/>
              </a:spcAft>
              <a:defRPr sz="2000"/>
            </a:pPr>
            <a:r>
              <a:rPr sz="2000" dirty="0"/>
              <a:t>MONEY: The Retention (Sub)</a:t>
            </a:r>
          </a:p>
          <a:p>
            <a:pPr>
              <a:spcAft>
                <a:spcPts val="1400"/>
              </a:spcAft>
              <a:defRPr sz="2000"/>
            </a:pPr>
            <a:r>
              <a:rPr sz="2000" dirty="0"/>
              <a:t>RIGHTS: The Shield (Sub)</a:t>
            </a:r>
          </a:p>
          <a:p>
            <a:pPr>
              <a:spcAft>
                <a:spcPts val="1400"/>
              </a:spcAft>
              <a:defRPr sz="2000"/>
            </a:pPr>
            <a:r>
              <a:rPr sz="2000" dirty="0"/>
              <a:t>COMMUNITY: The Moat (Network Effect)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78880" y="1371600"/>
            <a:ext cx="4114800" cy="4572000"/>
          </a:xfrm>
          <a:prstGeom prst="rect">
            <a:avLst/>
          </a:prstGeom>
          <a:solidFill>
            <a:srgbClr val="FFC8C8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0000"/>
                </a:solidFill>
              </a:defRPr>
            </a:pPr>
            <a:r>
              <a:t>INSERT IMAGE HERE:</a:t>
            </a:r>
            <a:br/>
            <a:br/>
            <a:r>
              <a:t>IMAGE: 'CC692E95...' (The 4-Phone Lineup). This is the 'Money Shot'.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365760"/>
            <a:ext cx="440056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latin typeface="Arial"/>
              </a:defRPr>
            </a:pPr>
            <a:r>
              <a:rPr sz="4000"/>
              <a:t>Fueling the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371600"/>
            <a:ext cx="411480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/>
            </a:pPr>
            <a:r>
              <a:rPr sz="2000" dirty="0"/>
              <a:t>Ask: $100k Bridge.</a:t>
            </a:r>
          </a:p>
          <a:p>
            <a:pPr>
              <a:spcAft>
                <a:spcPts val="1400"/>
              </a:spcAft>
              <a:defRPr sz="2000"/>
            </a:pPr>
            <a:r>
              <a:rPr sz="2000" dirty="0"/>
              <a:t>I'm not asking to build the MVP.</a:t>
            </a:r>
          </a:p>
          <a:p>
            <a:pPr>
              <a:spcAft>
                <a:spcPts val="1400"/>
              </a:spcAft>
              <a:defRPr sz="2000"/>
            </a:pPr>
            <a:r>
              <a:rPr sz="2000" dirty="0"/>
              <a:t>I'm asking to scale the MVP I'm holding right now.</a:t>
            </a:r>
          </a:p>
          <a:p>
            <a:pPr>
              <a:spcAft>
                <a:spcPts val="1400"/>
              </a:spcAft>
              <a:defRPr sz="2000"/>
            </a:pPr>
            <a:r>
              <a:rPr sz="2000" dirty="0"/>
              <a:t>Unlocks: First 1,000 homeowners.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78880" y="1371600"/>
            <a:ext cx="4114800" cy="4572000"/>
          </a:xfrm>
          <a:prstGeom prst="rect">
            <a:avLst/>
          </a:prstGeom>
          <a:solidFill>
            <a:srgbClr val="FFC8C8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0000"/>
                </a:solidFill>
              </a:defRPr>
            </a:pPr>
            <a:r>
              <a:t>INSERT IMAGE HERE:</a:t>
            </a:r>
            <a:br/>
            <a:br/>
            <a:r>
              <a:t>IMAGE: '805E0F42...' (Phone in Hand looking at alerts). Shows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43B33"/>
      </a:dk2>
      <a:lt2>
        <a:srgbClr val="BFD4C6"/>
      </a:lt2>
      <a:accent1>
        <a:srgbClr val="549E39"/>
      </a:accent1>
      <a:accent2>
        <a:srgbClr val="C7D157"/>
      </a:accent2>
      <a:accent3>
        <a:srgbClr val="F08F1C"/>
      </a:accent3>
      <a:accent4>
        <a:srgbClr val="D05745"/>
      </a:accent4>
      <a:accent5>
        <a:srgbClr val="558569"/>
      </a:accent5>
      <a:accent6>
        <a:srgbClr val="5E99A4"/>
      </a:accent6>
      <a:hlink>
        <a:srgbClr val="00AAD8"/>
      </a:hlink>
      <a:folHlink>
        <a:srgbClr val="6B6B6F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5118000A-40C1-40FE-8820-365222333493}"/>
    </a:ext>
  </a:extLst>
</a:theme>
</file>

<file path=ppt/theme/theme2.xml><?xml version="1.0" encoding="utf-8"?>
<a:theme xmlns:a="http://schemas.openxmlformats.org/drawingml/2006/main" name="1_Metropolitan">
  <a:themeElements>
    <a:clrScheme name="Metropolitan">
      <a:dk1>
        <a:sysClr val="windowText" lastClr="000000"/>
      </a:dk1>
      <a:lt1>
        <a:sysClr val="window" lastClr="FFFFFF"/>
      </a:lt1>
      <a:dk2>
        <a:srgbClr val="143B33"/>
      </a:dk2>
      <a:lt2>
        <a:srgbClr val="BFD4C6"/>
      </a:lt2>
      <a:accent1>
        <a:srgbClr val="549E39"/>
      </a:accent1>
      <a:accent2>
        <a:srgbClr val="C7D157"/>
      </a:accent2>
      <a:accent3>
        <a:srgbClr val="F08F1C"/>
      </a:accent3>
      <a:accent4>
        <a:srgbClr val="D05745"/>
      </a:accent4>
      <a:accent5>
        <a:srgbClr val="558569"/>
      </a:accent5>
      <a:accent6>
        <a:srgbClr val="5E99A4"/>
      </a:accent6>
      <a:hlink>
        <a:srgbClr val="00AAD8"/>
      </a:hlink>
      <a:folHlink>
        <a:srgbClr val="6B6B6F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5118000A-40C1-40FE-8820-36522233349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</TotalTime>
  <Words>393</Words>
  <Application>Microsoft Office PowerPoint</Application>
  <PresentationFormat>Widescreen</PresentationFormat>
  <Paragraphs>74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Aptos</vt:lpstr>
      <vt:lpstr>Aptos Black</vt:lpstr>
      <vt:lpstr>Aptos Light</vt:lpstr>
      <vt:lpstr>Arial</vt:lpstr>
      <vt:lpstr>Calibri Light</vt:lpstr>
      <vt:lpstr>Poppins</vt:lpstr>
      <vt:lpstr>Poppins Black</vt:lpstr>
      <vt:lpstr>Poppins ExtraLight</vt:lpstr>
      <vt:lpstr>Poppins Light</vt:lpstr>
      <vt:lpstr>Poppins SemiBold</vt:lpstr>
      <vt:lpstr>Metropolitan</vt:lpstr>
      <vt:lpstr>1_Metropolitan</vt:lpstr>
      <vt:lpstr>Reclaim</vt:lpstr>
      <vt:lpstr>It’s official:  We’re in crisis</vt:lpstr>
      <vt:lpstr>Has the world has gone mad?</vt:lpstr>
      <vt:lpstr>The Gap:   it’s tools and structure.</vt:lpstr>
      <vt:lpstr>Today’s reality:</vt:lpstr>
      <vt:lpstr>Designed </vt:lpstr>
      <vt:lpstr>.</vt:lpstr>
      <vt:lpstr>PowerPoint Presentation</vt:lpstr>
      <vt:lpstr>Four modules, one platform.</vt:lpstr>
      <vt:lpstr>Home – no more emergencies  </vt:lpstr>
      <vt:lpstr>Money:  you work hard for it</vt:lpstr>
      <vt:lpstr>Reclaim Rights  Put the legal system to work for you</vt:lpstr>
      <vt:lpstr>Community:  Not Surveillance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Shaun Page</cp:lastModifiedBy>
  <cp:revision>1</cp:revision>
  <dcterms:created xsi:type="dcterms:W3CDTF">2013-01-27T09:14:16Z</dcterms:created>
  <dcterms:modified xsi:type="dcterms:W3CDTF">2026-02-05T12:12:39Z</dcterms:modified>
  <cp:category/>
</cp:coreProperties>
</file>